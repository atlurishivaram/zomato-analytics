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  <p:sldId id="293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257" r:id="rId13"/>
    <p:sldId id="294" r:id="rId14"/>
    <p:sldId id="295" r:id="rId15"/>
    <p:sldId id="299" r:id="rId16"/>
    <p:sldId id="300" r:id="rId17"/>
    <p:sldId id="298" r:id="rId18"/>
    <p:sldId id="297" r:id="rId19"/>
    <p:sldId id="301" r:id="rId20"/>
    <p:sldId id="290" r:id="rId21"/>
    <p:sldId id="289" r:id="rId22"/>
    <p:sldId id="291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32185"/>
    <a:srgbClr val="0A200F"/>
    <a:srgbClr val="CC0000"/>
    <a:srgbClr val="1B1682"/>
    <a:srgbClr val="FB9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33F72-19FA-44D9-9559-A1D6CD32ACD3}" v="122" dt="2025-12-21T15:26:00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 autoAdjust="0"/>
    <p:restoredTop sz="94118" autoAdjust="0"/>
  </p:normalViewPr>
  <p:slideViewPr>
    <p:cSldViewPr snapToGrid="0">
      <p:cViewPr varScale="1">
        <p:scale>
          <a:sx n="77" d="100"/>
          <a:sy n="77" d="100"/>
        </p:scale>
        <p:origin x="802" y="72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anya D" userId="93b808fa8a59563a" providerId="LiveId" clId="{A2B72299-90BE-406F-BDDD-FE3AC415CB75}"/>
    <pc:docChg chg="undo custSel addSld delSld modSld sldOrd">
      <pc:chgData name="Sharanya D" userId="93b808fa8a59563a" providerId="LiveId" clId="{A2B72299-90BE-406F-BDDD-FE3AC415CB75}" dt="2025-12-21T15:26:53.257" v="3471" actId="12"/>
      <pc:docMkLst>
        <pc:docMk/>
      </pc:docMkLst>
      <pc:sldChg chg="addSp delSp modSp mod modTransition delAnim modAnim">
        <pc:chgData name="Sharanya D" userId="93b808fa8a59563a" providerId="LiveId" clId="{A2B72299-90BE-406F-BDDD-FE3AC415CB75}" dt="2025-12-21T15:25:24.837" v="3457"/>
        <pc:sldMkLst>
          <pc:docMk/>
          <pc:sldMk cId="1780083681" sldId="256"/>
        </pc:sldMkLst>
        <pc:spChg chg="mod">
          <ac:chgData name="Sharanya D" userId="93b808fa8a59563a" providerId="LiveId" clId="{A2B72299-90BE-406F-BDDD-FE3AC415CB75}" dt="2025-12-20T08:47:33.711" v="1981" actId="1076"/>
          <ac:spMkLst>
            <pc:docMk/>
            <pc:sldMk cId="1780083681" sldId="256"/>
            <ac:spMk id="15" creationId="{C465E021-1216-35C6-7101-499208838421}"/>
          </ac:spMkLst>
        </pc:spChg>
        <pc:spChg chg="mod">
          <ac:chgData name="Sharanya D" userId="93b808fa8a59563a" providerId="LiveId" clId="{A2B72299-90BE-406F-BDDD-FE3AC415CB75}" dt="2025-12-20T08:38:33.250" v="1854" actId="20577"/>
          <ac:spMkLst>
            <pc:docMk/>
            <pc:sldMk cId="1780083681" sldId="256"/>
            <ac:spMk id="20" creationId="{52132EFD-50CA-003F-4A7C-73D790B05A0D}"/>
          </ac:spMkLst>
        </pc:spChg>
        <pc:spChg chg="mod">
          <ac:chgData name="Sharanya D" userId="93b808fa8a59563a" providerId="LiveId" clId="{A2B72299-90BE-406F-BDDD-FE3AC415CB75}" dt="2025-12-20T08:43:54.554" v="1965" actId="20577"/>
          <ac:spMkLst>
            <pc:docMk/>
            <pc:sldMk cId="1780083681" sldId="256"/>
            <ac:spMk id="22" creationId="{59C74857-6A93-E8E6-D1C4-055821B0AA53}"/>
          </ac:spMkLst>
        </pc:spChg>
        <pc:picChg chg="del">
          <ac:chgData name="Sharanya D" userId="93b808fa8a59563a" providerId="LiveId" clId="{A2B72299-90BE-406F-BDDD-FE3AC415CB75}" dt="2025-12-20T08:44:42.133" v="1969" actId="478"/>
          <ac:picMkLst>
            <pc:docMk/>
            <pc:sldMk cId="1780083681" sldId="256"/>
            <ac:picMk id="3" creationId="{C2415267-C4F7-45DE-644E-5C3B85C9D111}"/>
          </ac:picMkLst>
        </pc:picChg>
        <pc:picChg chg="add mod ord">
          <ac:chgData name="Sharanya D" userId="93b808fa8a59563a" providerId="LiveId" clId="{A2B72299-90BE-406F-BDDD-FE3AC415CB75}" dt="2025-12-20T08:47:50.966" v="1983" actId="1076"/>
          <ac:picMkLst>
            <pc:docMk/>
            <pc:sldMk cId="1780083681" sldId="256"/>
            <ac:picMk id="4" creationId="{692FCF19-E9A5-7BE6-FCAC-7163C55E6386}"/>
          </ac:picMkLst>
        </pc:picChg>
      </pc:sldChg>
      <pc:sldChg chg="addSp delSp modSp mod ord">
        <pc:chgData name="Sharanya D" userId="93b808fa8a59563a" providerId="LiveId" clId="{A2B72299-90BE-406F-BDDD-FE3AC415CB75}" dt="2025-12-21T15:05:54.763" v="3158" actId="1076"/>
        <pc:sldMkLst>
          <pc:docMk/>
          <pc:sldMk cId="924968103" sldId="257"/>
        </pc:sldMkLst>
        <pc:spChg chg="mod">
          <ac:chgData name="Sharanya D" userId="93b808fa8a59563a" providerId="LiveId" clId="{A2B72299-90BE-406F-BDDD-FE3AC415CB75}" dt="2025-12-20T09:16:17.784" v="2037"/>
          <ac:spMkLst>
            <pc:docMk/>
            <pc:sldMk cId="924968103" sldId="257"/>
            <ac:spMk id="3" creationId="{10902839-E563-8C5C-B8FE-22FAC9D6EC7C}"/>
          </ac:spMkLst>
        </pc:spChg>
        <pc:spChg chg="add del mod">
          <ac:chgData name="Sharanya D" userId="93b808fa8a59563a" providerId="LiveId" clId="{A2B72299-90BE-406F-BDDD-FE3AC415CB75}" dt="2025-12-21T15:05:41.793" v="3153" actId="478"/>
          <ac:spMkLst>
            <pc:docMk/>
            <pc:sldMk cId="924968103" sldId="257"/>
            <ac:spMk id="9" creationId="{EA7FEE91-EFA8-0060-A481-C4926EBEE75A}"/>
          </ac:spMkLst>
        </pc:spChg>
        <pc:grpChg chg="add del mod">
          <ac:chgData name="Sharanya D" userId="93b808fa8a59563a" providerId="LiveId" clId="{A2B72299-90BE-406F-BDDD-FE3AC415CB75}" dt="2025-12-21T15:05:39.760" v="3152" actId="478"/>
          <ac:grpSpMkLst>
            <pc:docMk/>
            <pc:sldMk cId="924968103" sldId="257"/>
            <ac:grpSpMk id="2" creationId="{86FFBE45-F887-22A1-46E4-4279673EDDBE}"/>
          </ac:grpSpMkLst>
        </pc:grpChg>
        <pc:grpChg chg="mod">
          <ac:chgData name="Sharanya D" userId="93b808fa8a59563a" providerId="LiveId" clId="{A2B72299-90BE-406F-BDDD-FE3AC415CB75}" dt="2025-12-21T15:05:48.354" v="3155" actId="1076"/>
          <ac:grpSpMkLst>
            <pc:docMk/>
            <pc:sldMk cId="924968103" sldId="257"/>
            <ac:grpSpMk id="40" creationId="{1D2D166C-B858-0180-4121-8A6D7E514D42}"/>
          </ac:grpSpMkLst>
        </pc:grpChg>
        <pc:grpChg chg="mod">
          <ac:chgData name="Sharanya D" userId="93b808fa8a59563a" providerId="LiveId" clId="{A2B72299-90BE-406F-BDDD-FE3AC415CB75}" dt="2025-12-21T15:05:51.243" v="3156" actId="1076"/>
          <ac:grpSpMkLst>
            <pc:docMk/>
            <pc:sldMk cId="924968103" sldId="257"/>
            <ac:grpSpMk id="41" creationId="{75D49A2D-5519-E642-1586-49AAEB25B10A}"/>
          </ac:grpSpMkLst>
        </pc:grpChg>
        <pc:grpChg chg="mod">
          <ac:chgData name="Sharanya D" userId="93b808fa8a59563a" providerId="LiveId" clId="{A2B72299-90BE-406F-BDDD-FE3AC415CB75}" dt="2025-12-21T15:05:52.861" v="3157" actId="1076"/>
          <ac:grpSpMkLst>
            <pc:docMk/>
            <pc:sldMk cId="924968103" sldId="257"/>
            <ac:grpSpMk id="42" creationId="{B382E221-E94D-1CAA-FA55-1C4838A1A1F5}"/>
          </ac:grpSpMkLst>
        </pc:grpChg>
        <pc:grpChg chg="mod">
          <ac:chgData name="Sharanya D" userId="93b808fa8a59563a" providerId="LiveId" clId="{A2B72299-90BE-406F-BDDD-FE3AC415CB75}" dt="2025-12-21T15:05:54.763" v="3158" actId="1076"/>
          <ac:grpSpMkLst>
            <pc:docMk/>
            <pc:sldMk cId="924968103" sldId="257"/>
            <ac:grpSpMk id="43" creationId="{311459FC-78DD-E887-AB03-98442B7F8777}"/>
          </ac:grpSpMkLst>
        </pc:grpChg>
        <pc:picChg chg="mod">
          <ac:chgData name="Sharanya D" userId="93b808fa8a59563a" providerId="LiveId" clId="{A2B72299-90BE-406F-BDDD-FE3AC415CB75}" dt="2025-12-20T09:16:17.784" v="2037"/>
          <ac:picMkLst>
            <pc:docMk/>
            <pc:sldMk cId="924968103" sldId="257"/>
            <ac:picMk id="4" creationId="{49CD7E4F-5943-2E19-0BF6-32C66E23C015}"/>
          </ac:picMkLst>
        </pc:picChg>
        <pc:picChg chg="add del mod">
          <ac:chgData name="Sharanya D" userId="93b808fa8a59563a" providerId="LiveId" clId="{A2B72299-90BE-406F-BDDD-FE3AC415CB75}" dt="2025-12-21T15:05:43.841" v="3154" actId="478"/>
          <ac:picMkLst>
            <pc:docMk/>
            <pc:sldMk cId="924968103" sldId="257"/>
            <ac:picMk id="10" creationId="{124D9E04-1F8A-ADFB-DCDE-76AE37B672ED}"/>
          </ac:picMkLst>
        </pc:picChg>
        <pc:picChg chg="del">
          <ac:chgData name="Sharanya D" userId="93b808fa8a59563a" providerId="LiveId" clId="{A2B72299-90BE-406F-BDDD-FE3AC415CB75}" dt="2025-12-21T15:05:39.760" v="3152" actId="478"/>
          <ac:picMkLst>
            <pc:docMk/>
            <pc:sldMk cId="924968103" sldId="257"/>
            <ac:picMk id="14" creationId="{97379EB6-01E7-C45C-974C-F82F19103F8D}"/>
          </ac:picMkLst>
        </pc:picChg>
      </pc:sldChg>
      <pc:sldChg chg="delSp del mod">
        <pc:chgData name="Sharanya D" userId="93b808fa8a59563a" providerId="LiveId" clId="{A2B72299-90BE-406F-BDDD-FE3AC415CB75}" dt="2025-12-20T09:16:56.530" v="2049" actId="47"/>
        <pc:sldMkLst>
          <pc:docMk/>
          <pc:sldMk cId="3699932029" sldId="271"/>
        </pc:sldMkLst>
        <pc:picChg chg="del">
          <ac:chgData name="Sharanya D" userId="93b808fa8a59563a" providerId="LiveId" clId="{A2B72299-90BE-406F-BDDD-FE3AC415CB75}" dt="2025-12-20T08:48:27.398" v="1985" actId="478"/>
          <ac:picMkLst>
            <pc:docMk/>
            <pc:sldMk cId="3699932029" sldId="271"/>
            <ac:picMk id="3" creationId="{CB67D27E-0760-D082-0CC3-42FF7711A316}"/>
          </ac:picMkLst>
        </pc:picChg>
      </pc:sldChg>
      <pc:sldChg chg="del">
        <pc:chgData name="Sharanya D" userId="93b808fa8a59563a" providerId="LiveId" clId="{A2B72299-90BE-406F-BDDD-FE3AC415CB75}" dt="2025-12-20T09:16:59.471" v="2051" actId="47"/>
        <pc:sldMkLst>
          <pc:docMk/>
          <pc:sldMk cId="2290612029" sldId="272"/>
        </pc:sldMkLst>
      </pc:sldChg>
      <pc:sldChg chg="delSp del mod">
        <pc:chgData name="Sharanya D" userId="93b808fa8a59563a" providerId="LiveId" clId="{A2B72299-90BE-406F-BDDD-FE3AC415CB75}" dt="2025-12-20T09:17:00.816" v="2054" actId="47"/>
        <pc:sldMkLst>
          <pc:docMk/>
          <pc:sldMk cId="1731470234" sldId="273"/>
        </pc:sldMkLst>
        <pc:picChg chg="del">
          <ac:chgData name="Sharanya D" userId="93b808fa8a59563a" providerId="LiveId" clId="{A2B72299-90BE-406F-BDDD-FE3AC415CB75}" dt="2025-12-20T08:48:57.149" v="1987" actId="478"/>
          <ac:picMkLst>
            <pc:docMk/>
            <pc:sldMk cId="1731470234" sldId="273"/>
            <ac:picMk id="3" creationId="{80323DD6-9C8C-8C85-8F30-0CA9B4E35623}"/>
          </ac:picMkLst>
        </pc:picChg>
      </pc:sldChg>
      <pc:sldChg chg="delSp del mod">
        <pc:chgData name="Sharanya D" userId="93b808fa8a59563a" providerId="LiveId" clId="{A2B72299-90BE-406F-BDDD-FE3AC415CB75}" dt="2025-12-20T09:17:01.308" v="2055" actId="47"/>
        <pc:sldMkLst>
          <pc:docMk/>
          <pc:sldMk cId="4125533230" sldId="274"/>
        </pc:sldMkLst>
        <pc:picChg chg="del">
          <ac:chgData name="Sharanya D" userId="93b808fa8a59563a" providerId="LiveId" clId="{A2B72299-90BE-406F-BDDD-FE3AC415CB75}" dt="2025-12-20T08:49:01.833" v="1988" actId="478"/>
          <ac:picMkLst>
            <pc:docMk/>
            <pc:sldMk cId="4125533230" sldId="274"/>
            <ac:picMk id="3" creationId="{674910FD-33B2-5897-AF28-F3AA607F6550}"/>
          </ac:picMkLst>
        </pc:picChg>
      </pc:sldChg>
      <pc:sldChg chg="delSp del mod">
        <pc:chgData name="Sharanya D" userId="93b808fa8a59563a" providerId="LiveId" clId="{A2B72299-90BE-406F-BDDD-FE3AC415CB75}" dt="2025-12-20T09:16:56.943" v="2050" actId="47"/>
        <pc:sldMkLst>
          <pc:docMk/>
          <pc:sldMk cId="4112231504" sldId="275"/>
        </pc:sldMkLst>
        <pc:picChg chg="del">
          <ac:chgData name="Sharanya D" userId="93b808fa8a59563a" providerId="LiveId" clId="{A2B72299-90BE-406F-BDDD-FE3AC415CB75}" dt="2025-12-20T08:48:31.039" v="1986" actId="478"/>
          <ac:picMkLst>
            <pc:docMk/>
            <pc:sldMk cId="4112231504" sldId="275"/>
            <ac:picMk id="4" creationId="{45C5C4F6-DB1F-3FDA-BB7C-5171BAFC3BDE}"/>
          </ac:picMkLst>
        </pc:picChg>
      </pc:sldChg>
      <pc:sldChg chg="del">
        <pc:chgData name="Sharanya D" userId="93b808fa8a59563a" providerId="LiveId" clId="{A2B72299-90BE-406F-BDDD-FE3AC415CB75}" dt="2025-12-20T09:16:59.933" v="2052" actId="47"/>
        <pc:sldMkLst>
          <pc:docMk/>
          <pc:sldMk cId="372421153" sldId="276"/>
        </pc:sldMkLst>
      </pc:sldChg>
      <pc:sldChg chg="del">
        <pc:chgData name="Sharanya D" userId="93b808fa8a59563a" providerId="LiveId" clId="{A2B72299-90BE-406F-BDDD-FE3AC415CB75}" dt="2025-12-20T09:17:00.383" v="2053" actId="47"/>
        <pc:sldMkLst>
          <pc:docMk/>
          <pc:sldMk cId="2779584642" sldId="277"/>
        </pc:sldMkLst>
      </pc:sldChg>
      <pc:sldChg chg="delSp del mod">
        <pc:chgData name="Sharanya D" userId="93b808fa8a59563a" providerId="LiveId" clId="{A2B72299-90BE-406F-BDDD-FE3AC415CB75}" dt="2025-12-20T09:17:01.864" v="2056" actId="47"/>
        <pc:sldMkLst>
          <pc:docMk/>
          <pc:sldMk cId="1308713664" sldId="278"/>
        </pc:sldMkLst>
        <pc:picChg chg="del">
          <ac:chgData name="Sharanya D" userId="93b808fa8a59563a" providerId="LiveId" clId="{A2B72299-90BE-406F-BDDD-FE3AC415CB75}" dt="2025-12-20T08:49:07.854" v="1989" actId="478"/>
          <ac:picMkLst>
            <pc:docMk/>
            <pc:sldMk cId="1308713664" sldId="278"/>
            <ac:picMk id="4" creationId="{04F58CA0-0F88-5C52-8A44-7CBB508DE988}"/>
          </ac:picMkLst>
        </pc:picChg>
      </pc:sldChg>
      <pc:sldChg chg="addSp delSp modSp del mod ord">
        <pc:chgData name="Sharanya D" userId="93b808fa8a59563a" providerId="LiveId" clId="{A2B72299-90BE-406F-BDDD-FE3AC415CB75}" dt="2025-12-20T09:20:23.821" v="2102" actId="47"/>
        <pc:sldMkLst>
          <pc:docMk/>
          <pc:sldMk cId="1164272615" sldId="280"/>
        </pc:sldMkLst>
        <pc:spChg chg="add">
          <ac:chgData name="Sharanya D" userId="93b808fa8a59563a" providerId="LiveId" clId="{A2B72299-90BE-406F-BDDD-FE3AC415CB75}" dt="2025-12-20T09:07:46.728" v="2004"/>
          <ac:spMkLst>
            <pc:docMk/>
            <pc:sldMk cId="1164272615" sldId="280"/>
            <ac:spMk id="2" creationId="{572F0A0A-3DB3-1100-027E-9A5CCA0F9833}"/>
          </ac:spMkLst>
        </pc:spChg>
        <pc:spChg chg="mod">
          <ac:chgData name="Sharanya D" userId="93b808fa8a59563a" providerId="LiveId" clId="{A2B72299-90BE-406F-BDDD-FE3AC415CB75}" dt="2025-12-20T09:09:07.338" v="2018" actId="207"/>
          <ac:spMkLst>
            <pc:docMk/>
            <pc:sldMk cId="1164272615" sldId="280"/>
            <ac:spMk id="3" creationId="{EE31C04D-18A0-9E61-84EF-C0F1B642BCE5}"/>
          </ac:spMkLst>
        </pc:spChg>
        <pc:spChg chg="del mod">
          <ac:chgData name="Sharanya D" userId="93b808fa8a59563a" providerId="LiveId" clId="{A2B72299-90BE-406F-BDDD-FE3AC415CB75}" dt="2025-12-20T09:18:11.274" v="2063"/>
          <ac:spMkLst>
            <pc:docMk/>
            <pc:sldMk cId="1164272615" sldId="280"/>
            <ac:spMk id="4" creationId="{5534D1FC-1E81-9F8A-D5C7-025B43BDF9D4}"/>
          </ac:spMkLst>
        </pc:spChg>
        <pc:spChg chg="add del mod">
          <ac:chgData name="Sharanya D" userId="93b808fa8a59563a" providerId="LiveId" clId="{A2B72299-90BE-406F-BDDD-FE3AC415CB75}" dt="2025-12-20T09:19:41.072" v="2093"/>
          <ac:spMkLst>
            <pc:docMk/>
            <pc:sldMk cId="1164272615" sldId="280"/>
            <ac:spMk id="7" creationId="{69455D2B-3741-BD3A-84C2-93442806D09A}"/>
          </ac:spMkLst>
        </pc:spChg>
        <pc:spChg chg="add del mod">
          <ac:chgData name="Sharanya D" userId="93b808fa8a59563a" providerId="LiveId" clId="{A2B72299-90BE-406F-BDDD-FE3AC415CB75}" dt="2025-12-20T09:20:10.226" v="2099"/>
          <ac:spMkLst>
            <pc:docMk/>
            <pc:sldMk cId="1164272615" sldId="280"/>
            <ac:spMk id="8" creationId="{AD6F4EC5-4914-0542-3EDD-42991B55D1D8}"/>
          </ac:spMkLst>
        </pc:spChg>
        <pc:spChg chg="del">
          <ac:chgData name="Sharanya D" userId="93b808fa8a59563a" providerId="LiveId" clId="{A2B72299-90BE-406F-BDDD-FE3AC415CB75}" dt="2025-12-20T09:02:05.237" v="1999" actId="478"/>
          <ac:spMkLst>
            <pc:docMk/>
            <pc:sldMk cId="1164272615" sldId="280"/>
            <ac:spMk id="9" creationId="{E044837F-43C5-5EE8-096F-C007FF59398D}"/>
          </ac:spMkLst>
        </pc:spChg>
        <pc:spChg chg="del">
          <ac:chgData name="Sharanya D" userId="93b808fa8a59563a" providerId="LiveId" clId="{A2B72299-90BE-406F-BDDD-FE3AC415CB75}" dt="2025-12-20T09:02:05.237" v="1999" actId="478"/>
          <ac:spMkLst>
            <pc:docMk/>
            <pc:sldMk cId="1164272615" sldId="280"/>
            <ac:spMk id="10" creationId="{DD62DCDE-C81C-AEA0-2807-BDD24E4AD8C0}"/>
          </ac:spMkLst>
        </pc:spChg>
        <pc:spChg chg="del">
          <ac:chgData name="Sharanya D" userId="93b808fa8a59563a" providerId="LiveId" clId="{A2B72299-90BE-406F-BDDD-FE3AC415CB75}" dt="2025-12-20T09:02:05.237" v="1999" actId="478"/>
          <ac:spMkLst>
            <pc:docMk/>
            <pc:sldMk cId="1164272615" sldId="280"/>
            <ac:spMk id="11" creationId="{0135F42C-7EDD-288E-4045-1F9F0C15AB2A}"/>
          </ac:spMkLst>
        </pc:spChg>
        <pc:spChg chg="del">
          <ac:chgData name="Sharanya D" userId="93b808fa8a59563a" providerId="LiveId" clId="{A2B72299-90BE-406F-BDDD-FE3AC415CB75}" dt="2025-12-20T09:02:05.237" v="1999" actId="478"/>
          <ac:spMkLst>
            <pc:docMk/>
            <pc:sldMk cId="1164272615" sldId="280"/>
            <ac:spMk id="12" creationId="{9097ACB4-4E90-9C2C-AEF0-3F010323FC94}"/>
          </ac:spMkLst>
        </pc:spChg>
        <pc:spChg chg="del">
          <ac:chgData name="Sharanya D" userId="93b808fa8a59563a" providerId="LiveId" clId="{A2B72299-90BE-406F-BDDD-FE3AC415CB75}" dt="2025-12-20T09:02:05.237" v="1999" actId="478"/>
          <ac:spMkLst>
            <pc:docMk/>
            <pc:sldMk cId="1164272615" sldId="280"/>
            <ac:spMk id="13" creationId="{D537E44E-EBD7-190F-0571-D8EF9EB49BD4}"/>
          </ac:spMkLst>
        </pc:spChg>
        <pc:spChg chg="del">
          <ac:chgData name="Sharanya D" userId="93b808fa8a59563a" providerId="LiveId" clId="{A2B72299-90BE-406F-BDDD-FE3AC415CB75}" dt="2025-12-20T09:02:05.237" v="1999" actId="478"/>
          <ac:spMkLst>
            <pc:docMk/>
            <pc:sldMk cId="1164272615" sldId="280"/>
            <ac:spMk id="14" creationId="{8ED99C77-F0D5-6F83-5DCD-67007FE05C8A}"/>
          </ac:spMkLst>
        </pc:spChg>
        <pc:spChg chg="del mod">
          <ac:chgData name="Sharanya D" userId="93b808fa8a59563a" providerId="LiveId" clId="{A2B72299-90BE-406F-BDDD-FE3AC415CB75}" dt="2025-12-20T09:02:05.237" v="1999" actId="478"/>
          <ac:spMkLst>
            <pc:docMk/>
            <pc:sldMk cId="1164272615" sldId="280"/>
            <ac:spMk id="15" creationId="{684AD892-A3A9-AB58-1C77-9AAE4E18FDCB}"/>
          </ac:spMkLst>
        </pc:spChg>
        <pc:spChg chg="del">
          <ac:chgData name="Sharanya D" userId="93b808fa8a59563a" providerId="LiveId" clId="{A2B72299-90BE-406F-BDDD-FE3AC415CB75}" dt="2025-12-20T09:02:05.237" v="1999" actId="478"/>
          <ac:spMkLst>
            <pc:docMk/>
            <pc:sldMk cId="1164272615" sldId="280"/>
            <ac:spMk id="16" creationId="{C2786D17-375C-B5CB-B51D-A64AD8D50D6B}"/>
          </ac:spMkLst>
        </pc:spChg>
        <pc:spChg chg="del">
          <ac:chgData name="Sharanya D" userId="93b808fa8a59563a" providerId="LiveId" clId="{A2B72299-90BE-406F-BDDD-FE3AC415CB75}" dt="2025-12-20T09:01:51.517" v="1997" actId="478"/>
          <ac:spMkLst>
            <pc:docMk/>
            <pc:sldMk cId="1164272615" sldId="280"/>
            <ac:spMk id="18" creationId="{0FB6563C-69D0-2D83-BF92-1200C4E7E5C2}"/>
          </ac:spMkLst>
        </pc:spChg>
        <pc:picChg chg="del">
          <ac:chgData name="Sharanya D" userId="93b808fa8a59563a" providerId="LiveId" clId="{A2B72299-90BE-406F-BDDD-FE3AC415CB75}" dt="2025-12-20T09:07:12.868" v="2002" actId="478"/>
          <ac:picMkLst>
            <pc:docMk/>
            <pc:sldMk cId="1164272615" sldId="280"/>
            <ac:picMk id="5" creationId="{7E90101F-819A-E318-4DAC-1324707BC80D}"/>
          </ac:picMkLst>
        </pc:picChg>
      </pc:sldChg>
      <pc:sldChg chg="del">
        <pc:chgData name="Sharanya D" userId="93b808fa8a59563a" providerId="LiveId" clId="{A2B72299-90BE-406F-BDDD-FE3AC415CB75}" dt="2025-12-20T09:01:41.316" v="1990" actId="47"/>
        <pc:sldMkLst>
          <pc:docMk/>
          <pc:sldMk cId="88792160" sldId="281"/>
        </pc:sldMkLst>
      </pc:sldChg>
      <pc:sldChg chg="del">
        <pc:chgData name="Sharanya D" userId="93b808fa8a59563a" providerId="LiveId" clId="{A2B72299-90BE-406F-BDDD-FE3AC415CB75}" dt="2025-12-20T09:01:42.786" v="1991" actId="47"/>
        <pc:sldMkLst>
          <pc:docMk/>
          <pc:sldMk cId="1520363555" sldId="282"/>
        </pc:sldMkLst>
      </pc:sldChg>
      <pc:sldChg chg="del">
        <pc:chgData name="Sharanya D" userId="93b808fa8a59563a" providerId="LiveId" clId="{A2B72299-90BE-406F-BDDD-FE3AC415CB75}" dt="2025-12-20T09:01:43.322" v="1992" actId="47"/>
        <pc:sldMkLst>
          <pc:docMk/>
          <pc:sldMk cId="770608596" sldId="283"/>
        </pc:sldMkLst>
      </pc:sldChg>
      <pc:sldChg chg="del">
        <pc:chgData name="Sharanya D" userId="93b808fa8a59563a" providerId="LiveId" clId="{A2B72299-90BE-406F-BDDD-FE3AC415CB75}" dt="2025-12-20T09:01:43.767" v="1993" actId="47"/>
        <pc:sldMkLst>
          <pc:docMk/>
          <pc:sldMk cId="4009480192" sldId="284"/>
        </pc:sldMkLst>
      </pc:sldChg>
      <pc:sldChg chg="del">
        <pc:chgData name="Sharanya D" userId="93b808fa8a59563a" providerId="LiveId" clId="{A2B72299-90BE-406F-BDDD-FE3AC415CB75}" dt="2025-12-20T09:01:44.271" v="1994" actId="47"/>
        <pc:sldMkLst>
          <pc:docMk/>
          <pc:sldMk cId="1363214976" sldId="285"/>
        </pc:sldMkLst>
      </pc:sldChg>
      <pc:sldChg chg="del">
        <pc:chgData name="Sharanya D" userId="93b808fa8a59563a" providerId="LiveId" clId="{A2B72299-90BE-406F-BDDD-FE3AC415CB75}" dt="2025-12-20T09:01:44.872" v="1995" actId="47"/>
        <pc:sldMkLst>
          <pc:docMk/>
          <pc:sldMk cId="526382172" sldId="286"/>
        </pc:sldMkLst>
      </pc:sldChg>
      <pc:sldChg chg="del">
        <pc:chgData name="Sharanya D" userId="93b808fa8a59563a" providerId="LiveId" clId="{A2B72299-90BE-406F-BDDD-FE3AC415CB75}" dt="2025-12-20T09:01:45.581" v="1996" actId="47"/>
        <pc:sldMkLst>
          <pc:docMk/>
          <pc:sldMk cId="1395168224" sldId="287"/>
        </pc:sldMkLst>
      </pc:sldChg>
      <pc:sldChg chg="del">
        <pc:chgData name="Sharanya D" userId="93b808fa8a59563a" providerId="LiveId" clId="{A2B72299-90BE-406F-BDDD-FE3AC415CB75}" dt="2025-12-20T08:44:03.464" v="1966" actId="2696"/>
        <pc:sldMkLst>
          <pc:docMk/>
          <pc:sldMk cId="2323405057" sldId="288"/>
        </pc:sldMkLst>
      </pc:sldChg>
      <pc:sldChg chg="addSp delSp modSp mod ord">
        <pc:chgData name="Sharanya D" userId="93b808fa8a59563a" providerId="LiveId" clId="{A2B72299-90BE-406F-BDDD-FE3AC415CB75}" dt="2025-12-20T10:02:43.953" v="2382"/>
        <pc:sldMkLst>
          <pc:docMk/>
          <pc:sldMk cId="880153833" sldId="289"/>
        </pc:sldMkLst>
        <pc:spChg chg="add mod">
          <ac:chgData name="Sharanya D" userId="93b808fa8a59563a" providerId="LiveId" clId="{A2B72299-90BE-406F-BDDD-FE3AC415CB75}" dt="2025-12-20T10:00:49.973" v="2369" actId="255"/>
          <ac:spMkLst>
            <pc:docMk/>
            <pc:sldMk cId="880153833" sldId="289"/>
            <ac:spMk id="3" creationId="{4FA4346A-CA48-3BDE-B798-1EBE6AA4ECBD}"/>
          </ac:spMkLst>
        </pc:spChg>
        <pc:spChg chg="del">
          <ac:chgData name="Sharanya D" userId="93b808fa8a59563a" providerId="LiveId" clId="{A2B72299-90BE-406F-BDDD-FE3AC415CB75}" dt="2025-12-20T09:54:28.145" v="2357" actId="478"/>
          <ac:spMkLst>
            <pc:docMk/>
            <pc:sldMk cId="880153833" sldId="289"/>
            <ac:spMk id="6" creationId="{CB53B0B7-539F-37D9-5978-70EE2FFFDAF9}"/>
          </ac:spMkLst>
        </pc:spChg>
      </pc:sldChg>
      <pc:sldChg chg="addSp delSp modSp mod">
        <pc:chgData name="Sharanya D" userId="93b808fa8a59563a" providerId="LiveId" clId="{A2B72299-90BE-406F-BDDD-FE3AC415CB75}" dt="2025-12-20T09:54:11.517" v="2356" actId="1076"/>
        <pc:sldMkLst>
          <pc:docMk/>
          <pc:sldMk cId="2131439533" sldId="290"/>
        </pc:sldMkLst>
        <pc:spChg chg="add mod">
          <ac:chgData name="Sharanya D" userId="93b808fa8a59563a" providerId="LiveId" clId="{A2B72299-90BE-406F-BDDD-FE3AC415CB75}" dt="2025-12-20T09:54:11.517" v="2356" actId="1076"/>
          <ac:spMkLst>
            <pc:docMk/>
            <pc:sldMk cId="2131439533" sldId="290"/>
            <ac:spMk id="3" creationId="{78E6583B-25A6-B995-2710-276424D5ADBA}"/>
          </ac:spMkLst>
        </pc:spChg>
        <pc:spChg chg="del mod">
          <ac:chgData name="Sharanya D" userId="93b808fa8a59563a" providerId="LiveId" clId="{A2B72299-90BE-406F-BDDD-FE3AC415CB75}" dt="2025-12-20T09:52:28.043" v="2317" actId="478"/>
          <ac:spMkLst>
            <pc:docMk/>
            <pc:sldMk cId="2131439533" sldId="290"/>
            <ac:spMk id="7" creationId="{955A2128-9AE6-887D-F493-651BE6B2BC10}"/>
          </ac:spMkLst>
        </pc:spChg>
      </pc:sldChg>
      <pc:sldChg chg="addSp delSp modSp mod">
        <pc:chgData name="Sharanya D" userId="93b808fa8a59563a" providerId="LiveId" clId="{A2B72299-90BE-406F-BDDD-FE3AC415CB75}" dt="2025-12-21T15:26:53.257" v="3471" actId="12"/>
        <pc:sldMkLst>
          <pc:docMk/>
          <pc:sldMk cId="1077665465" sldId="291"/>
        </pc:sldMkLst>
        <pc:spChg chg="del">
          <ac:chgData name="Sharanya D" userId="93b808fa8a59563a" providerId="LiveId" clId="{A2B72299-90BE-406F-BDDD-FE3AC415CB75}" dt="2025-12-20T10:02:07.298" v="2370" actId="478"/>
          <ac:spMkLst>
            <pc:docMk/>
            <pc:sldMk cId="1077665465" sldId="291"/>
            <ac:spMk id="3" creationId="{6902A307-E85A-CA0A-5F74-F0BD0CE65D48}"/>
          </ac:spMkLst>
        </pc:spChg>
        <pc:spChg chg="mod">
          <ac:chgData name="Sharanya D" userId="93b808fa8a59563a" providerId="LiveId" clId="{A2B72299-90BE-406F-BDDD-FE3AC415CB75}" dt="2025-12-20T10:02:36.014" v="2378" actId="122"/>
          <ac:spMkLst>
            <pc:docMk/>
            <pc:sldMk cId="1077665465" sldId="291"/>
            <ac:spMk id="5" creationId="{428A43D3-CD62-88F8-2E7D-8350012779B0}"/>
          </ac:spMkLst>
        </pc:spChg>
        <pc:spChg chg="add mod">
          <ac:chgData name="Sharanya D" userId="93b808fa8a59563a" providerId="LiveId" clId="{A2B72299-90BE-406F-BDDD-FE3AC415CB75}" dt="2025-12-21T15:26:53.257" v="3471" actId="12"/>
          <ac:spMkLst>
            <pc:docMk/>
            <pc:sldMk cId="1077665465" sldId="291"/>
            <ac:spMk id="6" creationId="{3A31C611-847C-6005-52FD-0FA99935235B}"/>
          </ac:spMkLst>
        </pc:spChg>
      </pc:sldChg>
      <pc:sldChg chg="addSp delSp modSp add mod modTransition">
        <pc:chgData name="Sharanya D" userId="93b808fa8a59563a" providerId="LiveId" clId="{A2B72299-90BE-406F-BDDD-FE3AC415CB75}" dt="2025-12-21T15:26:00.010" v="3470"/>
        <pc:sldMkLst>
          <pc:docMk/>
          <pc:sldMk cId="952560303" sldId="292"/>
        </pc:sldMkLst>
        <pc:spChg chg="mod">
          <ac:chgData name="Sharanya D" userId="93b808fa8a59563a" providerId="LiveId" clId="{A2B72299-90BE-406F-BDDD-FE3AC415CB75}" dt="2025-12-20T09:19:10.637" v="2089" actId="113"/>
          <ac:spMkLst>
            <pc:docMk/>
            <pc:sldMk cId="952560303" sldId="292"/>
            <ac:spMk id="3" creationId="{D65ED953-AE82-2FFE-9D39-77786AAE2276}"/>
          </ac:spMkLst>
        </pc:spChg>
        <pc:spChg chg="add mod">
          <ac:chgData name="Sharanya D" userId="93b808fa8a59563a" providerId="LiveId" clId="{A2B72299-90BE-406F-BDDD-FE3AC415CB75}" dt="2025-12-21T14:55:29.066" v="3034"/>
          <ac:spMkLst>
            <pc:docMk/>
            <pc:sldMk cId="952560303" sldId="292"/>
            <ac:spMk id="9" creationId="{10D27CEF-C49F-D9E2-6D23-ECC408E574EF}"/>
          </ac:spMkLst>
        </pc:spChg>
        <pc:spChg chg="add del mod">
          <ac:chgData name="Sharanya D" userId="93b808fa8a59563a" providerId="LiveId" clId="{A2B72299-90BE-406F-BDDD-FE3AC415CB75}" dt="2025-12-21T14:55:33.789" v="3035" actId="478"/>
          <ac:spMkLst>
            <pc:docMk/>
            <pc:sldMk cId="952560303" sldId="292"/>
            <ac:spMk id="10" creationId="{00ECA2AB-A34F-25E2-A355-28B8D7F9737E}"/>
          </ac:spMkLst>
        </pc:spChg>
        <pc:spChg chg="add mod">
          <ac:chgData name="Sharanya D" userId="93b808fa8a59563a" providerId="LiveId" clId="{A2B72299-90BE-406F-BDDD-FE3AC415CB75}" dt="2025-12-21T14:55:58.320" v="3039" actId="255"/>
          <ac:spMkLst>
            <pc:docMk/>
            <pc:sldMk cId="952560303" sldId="292"/>
            <ac:spMk id="12" creationId="{AE00BA9E-E590-1F1F-BC48-BC1E6747AF22}"/>
          </ac:spMkLst>
        </pc:spChg>
        <pc:spChg chg="add mod">
          <ac:chgData name="Sharanya D" userId="93b808fa8a59563a" providerId="LiveId" clId="{A2B72299-90BE-406F-BDDD-FE3AC415CB75}" dt="2025-12-21T14:56:07.418" v="3041" actId="14100"/>
          <ac:spMkLst>
            <pc:docMk/>
            <pc:sldMk cId="952560303" sldId="292"/>
            <ac:spMk id="15" creationId="{63D6A4A7-E26D-0EA9-9CC8-C35C40C387A7}"/>
          </ac:spMkLst>
        </pc:spChg>
        <pc:spChg chg="del mod topLvl">
          <ac:chgData name="Sharanya D" userId="93b808fa8a59563a" providerId="LiveId" clId="{A2B72299-90BE-406F-BDDD-FE3AC415CB75}" dt="2025-12-21T14:54:50.068" v="3002" actId="478"/>
          <ac:spMkLst>
            <pc:docMk/>
            <pc:sldMk cId="952560303" sldId="292"/>
            <ac:spMk id="17" creationId="{99014B55-B07E-F4DE-34A7-30664A54D64F}"/>
          </ac:spMkLst>
        </pc:spChg>
        <pc:grpChg chg="del mod">
          <ac:chgData name="Sharanya D" userId="93b808fa8a59563a" providerId="LiveId" clId="{A2B72299-90BE-406F-BDDD-FE3AC415CB75}" dt="2025-12-21T14:54:50.068" v="3002" actId="478"/>
          <ac:grpSpMkLst>
            <pc:docMk/>
            <pc:sldMk cId="952560303" sldId="292"/>
            <ac:grpSpMk id="2" creationId="{3EEA817C-445F-5341-BC6E-0D5FEE9E1613}"/>
          </ac:grpSpMkLst>
        </pc:grpChg>
        <pc:grpChg chg="add del mod">
          <ac:chgData name="Sharanya D" userId="93b808fa8a59563a" providerId="LiveId" clId="{A2B72299-90BE-406F-BDDD-FE3AC415CB75}" dt="2025-12-20T09:27:28.543" v="2142" actId="478"/>
          <ac:grpSpMkLst>
            <pc:docMk/>
            <pc:sldMk cId="952560303" sldId="292"/>
            <ac:grpSpMk id="16" creationId="{6950D9F6-6144-9FCC-13E7-1238EFAFD44D}"/>
          </ac:grpSpMkLst>
        </pc:grpChg>
        <pc:grpChg chg="del mod">
          <ac:chgData name="Sharanya D" userId="93b808fa8a59563a" providerId="LiveId" clId="{A2B72299-90BE-406F-BDDD-FE3AC415CB75}" dt="2025-12-21T14:54:50.068" v="3002" actId="478"/>
          <ac:grpSpMkLst>
            <pc:docMk/>
            <pc:sldMk cId="952560303" sldId="292"/>
            <ac:grpSpMk id="40" creationId="{13DD4B0E-9208-2891-3ECE-80FD95293396}"/>
          </ac:grpSpMkLst>
        </pc:grpChg>
        <pc:grpChg chg="del mod">
          <ac:chgData name="Sharanya D" userId="93b808fa8a59563a" providerId="LiveId" clId="{A2B72299-90BE-406F-BDDD-FE3AC415CB75}" dt="2025-12-21T14:54:54.649" v="3003" actId="478"/>
          <ac:grpSpMkLst>
            <pc:docMk/>
            <pc:sldMk cId="952560303" sldId="292"/>
            <ac:grpSpMk id="41" creationId="{15CCAA9F-F321-2742-6B6C-685A46AE9AD1}"/>
          </ac:grpSpMkLst>
        </pc:grpChg>
        <pc:grpChg chg="del mod">
          <ac:chgData name="Sharanya D" userId="93b808fa8a59563a" providerId="LiveId" clId="{A2B72299-90BE-406F-BDDD-FE3AC415CB75}" dt="2025-12-21T14:54:50.068" v="3002" actId="478"/>
          <ac:grpSpMkLst>
            <pc:docMk/>
            <pc:sldMk cId="952560303" sldId="292"/>
            <ac:grpSpMk id="42" creationId="{9EADE96B-511D-C5E9-DD05-AE9DAB59BBD3}"/>
          </ac:grpSpMkLst>
        </pc:grpChg>
        <pc:grpChg chg="del mod">
          <ac:chgData name="Sharanya D" userId="93b808fa8a59563a" providerId="LiveId" clId="{A2B72299-90BE-406F-BDDD-FE3AC415CB75}" dt="2025-12-21T14:54:56.626" v="3004" actId="478"/>
          <ac:grpSpMkLst>
            <pc:docMk/>
            <pc:sldMk cId="952560303" sldId="292"/>
            <ac:grpSpMk id="43" creationId="{FD74E7BF-AB0B-FA3D-CD1D-A60AE1C8B4B5}"/>
          </ac:grpSpMkLst>
        </pc:grpChg>
        <pc:picChg chg="del">
          <ac:chgData name="Sharanya D" userId="93b808fa8a59563a" providerId="LiveId" clId="{A2B72299-90BE-406F-BDDD-FE3AC415CB75}" dt="2025-12-21T14:54:50.068" v="3002" actId="478"/>
          <ac:picMkLst>
            <pc:docMk/>
            <pc:sldMk cId="952560303" sldId="292"/>
            <ac:picMk id="14" creationId="{227D8E22-3116-1D13-5FE6-E941E0D24016}"/>
          </ac:picMkLst>
        </pc:picChg>
        <pc:picChg chg="del mod topLvl">
          <ac:chgData name="Sharanya D" userId="93b808fa8a59563a" providerId="LiveId" clId="{A2B72299-90BE-406F-BDDD-FE3AC415CB75}" dt="2025-12-20T09:27:28.543" v="2142" actId="478"/>
          <ac:picMkLst>
            <pc:docMk/>
            <pc:sldMk cId="952560303" sldId="292"/>
            <ac:picMk id="19" creationId="{224A97B9-0B69-21AB-AFCA-3577BC546127}"/>
          </ac:picMkLst>
        </pc:picChg>
        <pc:picChg chg="add del mod">
          <ac:chgData name="Sharanya D" userId="93b808fa8a59563a" providerId="LiveId" clId="{A2B72299-90BE-406F-BDDD-FE3AC415CB75}" dt="2025-12-21T14:54:50.068" v="3002" actId="478"/>
          <ac:picMkLst>
            <pc:docMk/>
            <pc:sldMk cId="952560303" sldId="292"/>
            <ac:picMk id="22" creationId="{9346F724-C1BB-FAC1-2DE6-0F6CCF089046}"/>
          </ac:picMkLst>
        </pc:picChg>
      </pc:sldChg>
      <pc:sldChg chg="addSp delSp modSp add mod">
        <pc:chgData name="Sharanya D" userId="93b808fa8a59563a" providerId="LiveId" clId="{A2B72299-90BE-406F-BDDD-FE3AC415CB75}" dt="2025-12-21T14:56:54.697" v="3101" actId="20577"/>
        <pc:sldMkLst>
          <pc:docMk/>
          <pc:sldMk cId="218304703" sldId="293"/>
        </pc:sldMkLst>
        <pc:spChg chg="add mod">
          <ac:chgData name="Sharanya D" userId="93b808fa8a59563a" providerId="LiveId" clId="{A2B72299-90BE-406F-BDDD-FE3AC415CB75}" dt="2025-12-21T14:56:54.697" v="3101" actId="20577"/>
          <ac:spMkLst>
            <pc:docMk/>
            <pc:sldMk cId="218304703" sldId="293"/>
            <ac:spMk id="9" creationId="{D44C412A-B496-22E0-DCFC-C6F3C328560A}"/>
          </ac:spMkLst>
        </pc:spChg>
        <pc:spChg chg="del">
          <ac:chgData name="Sharanya D" userId="93b808fa8a59563a" providerId="LiveId" clId="{A2B72299-90BE-406F-BDDD-FE3AC415CB75}" dt="2025-12-20T09:30:56.992" v="2157" actId="478"/>
          <ac:spMkLst>
            <pc:docMk/>
            <pc:sldMk cId="218304703" sldId="293"/>
            <ac:spMk id="10" creationId="{998FBED0-1271-59F0-BCC6-BC8574FDD460}"/>
          </ac:spMkLst>
        </pc:spChg>
        <pc:spChg chg="add mod">
          <ac:chgData name="Sharanya D" userId="93b808fa8a59563a" providerId="LiveId" clId="{A2B72299-90BE-406F-BDDD-FE3AC415CB75}" dt="2025-12-21T14:56:36.122" v="3045" actId="1076"/>
          <ac:spMkLst>
            <pc:docMk/>
            <pc:sldMk cId="218304703" sldId="293"/>
            <ac:spMk id="11" creationId="{2418FDDB-3B16-4A49-85F8-66B089FF9F45}"/>
          </ac:spMkLst>
        </pc:spChg>
        <pc:spChg chg="del">
          <ac:chgData name="Sharanya D" userId="93b808fa8a59563a" providerId="LiveId" clId="{A2B72299-90BE-406F-BDDD-FE3AC415CB75}" dt="2025-12-20T09:30:53.139" v="2156" actId="478"/>
          <ac:spMkLst>
            <pc:docMk/>
            <pc:sldMk cId="218304703" sldId="293"/>
            <ac:spMk id="12" creationId="{4D17AF07-47AE-8415-2737-6F6CA79F310D}"/>
          </ac:spMkLst>
        </pc:spChg>
        <pc:spChg chg="del mod">
          <ac:chgData name="Sharanya D" userId="93b808fa8a59563a" providerId="LiveId" clId="{A2B72299-90BE-406F-BDDD-FE3AC415CB75}" dt="2025-12-20T09:30:48.466" v="2155" actId="21"/>
          <ac:spMkLst>
            <pc:docMk/>
            <pc:sldMk cId="218304703" sldId="293"/>
            <ac:spMk id="15" creationId="{61253AF6-355B-BDF9-3BA0-8A4C92F8CB6D}"/>
          </ac:spMkLst>
        </pc:spChg>
        <pc:spChg chg="mod">
          <ac:chgData name="Sharanya D" userId="93b808fa8a59563a" providerId="LiveId" clId="{A2B72299-90BE-406F-BDDD-FE3AC415CB75}" dt="2025-12-20T09:35:45.840" v="2286" actId="164"/>
          <ac:spMkLst>
            <pc:docMk/>
            <pc:sldMk cId="218304703" sldId="293"/>
            <ac:spMk id="17" creationId="{D9C3E321-A5F0-5E1B-0B33-8AA4C0770744}"/>
          </ac:spMkLst>
        </pc:spChg>
        <pc:spChg chg="add del mod">
          <ac:chgData name="Sharanya D" userId="93b808fa8a59563a" providerId="LiveId" clId="{A2B72299-90BE-406F-BDDD-FE3AC415CB75}" dt="2025-12-20T09:32:49.879" v="2176" actId="22"/>
          <ac:spMkLst>
            <pc:docMk/>
            <pc:sldMk cId="218304703" sldId="293"/>
            <ac:spMk id="25" creationId="{6A6AD6C7-44D6-676C-FF80-39BFCC1969BA}"/>
          </ac:spMkLst>
        </pc:spChg>
        <pc:spChg chg="add del mod">
          <ac:chgData name="Sharanya D" userId="93b808fa8a59563a" providerId="LiveId" clId="{A2B72299-90BE-406F-BDDD-FE3AC415CB75}" dt="2025-12-20T09:33:33.950" v="2179" actId="478"/>
          <ac:spMkLst>
            <pc:docMk/>
            <pc:sldMk cId="218304703" sldId="293"/>
            <ac:spMk id="27" creationId="{D9B7729C-71D5-DC72-53A8-BFA7CA359D1C}"/>
          </ac:spMkLst>
        </pc:spChg>
        <pc:spChg chg="add mod">
          <ac:chgData name="Sharanya D" userId="93b808fa8a59563a" providerId="LiveId" clId="{A2B72299-90BE-406F-BDDD-FE3AC415CB75}" dt="2025-12-21T14:56:40.334" v="3046" actId="1076"/>
          <ac:spMkLst>
            <pc:docMk/>
            <pc:sldMk cId="218304703" sldId="293"/>
            <ac:spMk id="28" creationId="{1E8796FE-E9CC-741F-8680-68A0F740AB15}"/>
          </ac:spMkLst>
        </pc:spChg>
        <pc:grpChg chg="add del mod">
          <ac:chgData name="Sharanya D" userId="93b808fa8a59563a" providerId="LiveId" clId="{A2B72299-90BE-406F-BDDD-FE3AC415CB75}" dt="2025-12-21T14:54:41.025" v="3001" actId="478"/>
          <ac:grpSpMkLst>
            <pc:docMk/>
            <pc:sldMk cId="218304703" sldId="293"/>
            <ac:grpSpMk id="2" creationId="{96460750-2FA9-DFD8-22F3-973824A6EDF0}"/>
          </ac:grpSpMkLst>
        </pc:grpChg>
        <pc:grpChg chg="add del mod">
          <ac:chgData name="Sharanya D" userId="93b808fa8a59563a" providerId="LiveId" clId="{A2B72299-90BE-406F-BDDD-FE3AC415CB75}" dt="2025-12-21T14:54:41.025" v="3001" actId="478"/>
          <ac:grpSpMkLst>
            <pc:docMk/>
            <pc:sldMk cId="218304703" sldId="293"/>
            <ac:grpSpMk id="30" creationId="{2A1458B7-90C1-100F-74B6-B7536F893CED}"/>
          </ac:grpSpMkLst>
        </pc:grpChg>
        <pc:grpChg chg="del">
          <ac:chgData name="Sharanya D" userId="93b808fa8a59563a" providerId="LiveId" clId="{A2B72299-90BE-406F-BDDD-FE3AC415CB75}" dt="2025-12-21T14:54:41.025" v="3001" actId="478"/>
          <ac:grpSpMkLst>
            <pc:docMk/>
            <pc:sldMk cId="218304703" sldId="293"/>
            <ac:grpSpMk id="40" creationId="{628E968E-AE59-ADB0-B77E-0C6901F63872}"/>
          </ac:grpSpMkLst>
        </pc:grpChg>
        <pc:grpChg chg="del">
          <ac:chgData name="Sharanya D" userId="93b808fa8a59563a" providerId="LiveId" clId="{A2B72299-90BE-406F-BDDD-FE3AC415CB75}" dt="2025-12-21T14:54:41.025" v="3001" actId="478"/>
          <ac:grpSpMkLst>
            <pc:docMk/>
            <pc:sldMk cId="218304703" sldId="293"/>
            <ac:grpSpMk id="41" creationId="{FF44C139-CDA8-D97C-BEB2-AD7D2386A0AF}"/>
          </ac:grpSpMkLst>
        </pc:grpChg>
        <pc:grpChg chg="del">
          <ac:chgData name="Sharanya D" userId="93b808fa8a59563a" providerId="LiveId" clId="{A2B72299-90BE-406F-BDDD-FE3AC415CB75}" dt="2025-12-21T14:54:41.025" v="3001" actId="478"/>
          <ac:grpSpMkLst>
            <pc:docMk/>
            <pc:sldMk cId="218304703" sldId="293"/>
            <ac:grpSpMk id="42" creationId="{CC2F72CF-E1F7-DAF5-CF29-A04E22EAFD30}"/>
          </ac:grpSpMkLst>
        </pc:grpChg>
        <pc:grpChg chg="del">
          <ac:chgData name="Sharanya D" userId="93b808fa8a59563a" providerId="LiveId" clId="{A2B72299-90BE-406F-BDDD-FE3AC415CB75}" dt="2025-12-21T14:54:41.025" v="3001" actId="478"/>
          <ac:grpSpMkLst>
            <pc:docMk/>
            <pc:sldMk cId="218304703" sldId="293"/>
            <ac:grpSpMk id="43" creationId="{70EE5723-AF52-9D83-AB87-59298BCEE15D}"/>
          </ac:grpSpMkLst>
        </pc:grpChg>
        <pc:graphicFrameChg chg="add mod">
          <ac:chgData name="Sharanya D" userId="93b808fa8a59563a" providerId="LiveId" clId="{A2B72299-90BE-406F-BDDD-FE3AC415CB75}" dt="2025-12-20T09:31:52.214" v="2162"/>
          <ac:graphicFrameMkLst>
            <pc:docMk/>
            <pc:sldMk cId="218304703" sldId="293"/>
            <ac:graphicFrameMk id="13" creationId="{B2D7698D-6C16-D9F3-1DF3-400C930E25D4}"/>
          </ac:graphicFrameMkLst>
        </pc:graphicFrameChg>
        <pc:graphicFrameChg chg="add mod">
          <ac:chgData name="Sharanya D" userId="93b808fa8a59563a" providerId="LiveId" clId="{A2B72299-90BE-406F-BDDD-FE3AC415CB75}" dt="2025-12-20T09:31:52.214" v="2162"/>
          <ac:graphicFrameMkLst>
            <pc:docMk/>
            <pc:sldMk cId="218304703" sldId="293"/>
            <ac:graphicFrameMk id="16" creationId="{4C1C41C6-6EE9-CBD4-7718-FABA46EAC091}"/>
          </ac:graphicFrameMkLst>
        </pc:graphicFrameChg>
        <pc:graphicFrameChg chg="add mod">
          <ac:chgData name="Sharanya D" userId="93b808fa8a59563a" providerId="LiveId" clId="{A2B72299-90BE-406F-BDDD-FE3AC415CB75}" dt="2025-12-20T09:31:52.214" v="2162"/>
          <ac:graphicFrameMkLst>
            <pc:docMk/>
            <pc:sldMk cId="218304703" sldId="293"/>
            <ac:graphicFrameMk id="19" creationId="{47FEB354-5EAA-CF1A-4AC4-875349FC07B3}"/>
          </ac:graphicFrameMkLst>
        </pc:graphicFrameChg>
        <pc:graphicFrameChg chg="add mod">
          <ac:chgData name="Sharanya D" userId="93b808fa8a59563a" providerId="LiveId" clId="{A2B72299-90BE-406F-BDDD-FE3AC415CB75}" dt="2025-12-20T09:31:52.214" v="2162"/>
          <ac:graphicFrameMkLst>
            <pc:docMk/>
            <pc:sldMk cId="218304703" sldId="293"/>
            <ac:graphicFrameMk id="21" creationId="{89821C61-7D67-72F2-3B19-B0AF01F36F62}"/>
          </ac:graphicFrameMkLst>
        </pc:graphicFrameChg>
        <pc:graphicFrameChg chg="add del mod modGraphic">
          <ac:chgData name="Sharanya D" userId="93b808fa8a59563a" providerId="LiveId" clId="{A2B72299-90BE-406F-BDDD-FE3AC415CB75}" dt="2025-12-20T09:32:00.568" v="2166" actId="14100"/>
          <ac:graphicFrameMkLst>
            <pc:docMk/>
            <pc:sldMk cId="218304703" sldId="293"/>
            <ac:graphicFrameMk id="23" creationId="{F4561B81-FB4C-E09F-1178-C6A2AD7FDF3A}"/>
          </ac:graphicFrameMkLst>
        </pc:graphicFrameChg>
        <pc:picChg chg="del">
          <ac:chgData name="Sharanya D" userId="93b808fa8a59563a" providerId="LiveId" clId="{A2B72299-90BE-406F-BDDD-FE3AC415CB75}" dt="2025-12-21T14:50:47.564" v="2936" actId="478"/>
          <ac:picMkLst>
            <pc:docMk/>
            <pc:sldMk cId="218304703" sldId="293"/>
            <ac:picMk id="14" creationId="{373A6EF4-E227-8DFF-EFA5-F062821E8A3C}"/>
          </ac:picMkLst>
        </pc:picChg>
        <pc:picChg chg="mod">
          <ac:chgData name="Sharanya D" userId="93b808fa8a59563a" providerId="LiveId" clId="{A2B72299-90BE-406F-BDDD-FE3AC415CB75}" dt="2025-12-20T09:35:45.840" v="2286" actId="164"/>
          <ac:picMkLst>
            <pc:docMk/>
            <pc:sldMk cId="218304703" sldId="293"/>
            <ac:picMk id="22" creationId="{ED0EC42A-F72B-2AE0-5B2E-F6E680EA6B58}"/>
          </ac:picMkLst>
        </pc:picChg>
      </pc:sldChg>
      <pc:sldChg chg="addSp modSp add del mod">
        <pc:chgData name="Sharanya D" userId="93b808fa8a59563a" providerId="LiveId" clId="{A2B72299-90BE-406F-BDDD-FE3AC415CB75}" dt="2025-12-20T09:30:16.680" v="2146" actId="47"/>
        <pc:sldMkLst>
          <pc:docMk/>
          <pc:sldMk cId="442910730" sldId="293"/>
        </pc:sldMkLst>
        <pc:spChg chg="mod">
          <ac:chgData name="Sharanya D" userId="93b808fa8a59563a" providerId="LiveId" clId="{A2B72299-90BE-406F-BDDD-FE3AC415CB75}" dt="2025-12-20T09:27:18.627" v="2140"/>
          <ac:spMkLst>
            <pc:docMk/>
            <pc:sldMk cId="442910730" sldId="293"/>
            <ac:spMk id="10" creationId="{CEC070C2-8BEF-3CCD-18ED-B53E2F140129}"/>
          </ac:spMkLst>
        </pc:spChg>
        <pc:grpChg chg="add mod">
          <ac:chgData name="Sharanya D" userId="93b808fa8a59563a" providerId="LiveId" clId="{A2B72299-90BE-406F-BDDD-FE3AC415CB75}" dt="2025-12-20T09:27:18.627" v="2140"/>
          <ac:grpSpMkLst>
            <pc:docMk/>
            <pc:sldMk cId="442910730" sldId="293"/>
            <ac:grpSpMk id="9" creationId="{B83CBCD0-FFA2-9FC9-61C5-9543302C2D5A}"/>
          </ac:grpSpMkLst>
        </pc:grpChg>
        <pc:grpChg chg="mod">
          <ac:chgData name="Sharanya D" userId="93b808fa8a59563a" providerId="LiveId" clId="{A2B72299-90BE-406F-BDDD-FE3AC415CB75}" dt="2025-12-20T09:27:22.576" v="2141" actId="1076"/>
          <ac:grpSpMkLst>
            <pc:docMk/>
            <pc:sldMk cId="442910730" sldId="293"/>
            <ac:grpSpMk id="40" creationId="{37B655AA-3DA6-8165-B3E7-833E6A28C2F1}"/>
          </ac:grpSpMkLst>
        </pc:grpChg>
        <pc:grpChg chg="mod">
          <ac:chgData name="Sharanya D" userId="93b808fa8a59563a" providerId="LiveId" clId="{A2B72299-90BE-406F-BDDD-FE3AC415CB75}" dt="2025-12-20T09:25:27.201" v="2106" actId="1076"/>
          <ac:grpSpMkLst>
            <pc:docMk/>
            <pc:sldMk cId="442910730" sldId="293"/>
            <ac:grpSpMk id="41" creationId="{E927BB60-F25F-7C2A-33F4-2C0B1AA349AA}"/>
          </ac:grpSpMkLst>
        </pc:grpChg>
        <pc:grpChg chg="mod">
          <ac:chgData name="Sharanya D" userId="93b808fa8a59563a" providerId="LiveId" clId="{A2B72299-90BE-406F-BDDD-FE3AC415CB75}" dt="2025-12-20T09:25:25.127" v="2105" actId="1076"/>
          <ac:grpSpMkLst>
            <pc:docMk/>
            <pc:sldMk cId="442910730" sldId="293"/>
            <ac:grpSpMk id="42" creationId="{6772DD12-5BFE-F229-5FC0-4854846087DA}"/>
          </ac:grpSpMkLst>
        </pc:grpChg>
        <pc:grpChg chg="mod">
          <ac:chgData name="Sharanya D" userId="93b808fa8a59563a" providerId="LiveId" clId="{A2B72299-90BE-406F-BDDD-FE3AC415CB75}" dt="2025-12-20T09:25:22.536" v="2104" actId="1076"/>
          <ac:grpSpMkLst>
            <pc:docMk/>
            <pc:sldMk cId="442910730" sldId="293"/>
            <ac:grpSpMk id="43" creationId="{1E11AAB1-CF14-0BFD-90FC-85D881D80F76}"/>
          </ac:grpSpMkLst>
        </pc:grpChg>
        <pc:picChg chg="mod">
          <ac:chgData name="Sharanya D" userId="93b808fa8a59563a" providerId="LiveId" clId="{A2B72299-90BE-406F-BDDD-FE3AC415CB75}" dt="2025-12-20T09:27:18.627" v="2140"/>
          <ac:picMkLst>
            <pc:docMk/>
            <pc:sldMk cId="442910730" sldId="293"/>
            <ac:picMk id="11" creationId="{56EE4EAA-0E83-2619-E329-52D118CAF1D2}"/>
          </ac:picMkLst>
        </pc:picChg>
      </pc:sldChg>
      <pc:sldChg chg="addSp delSp modSp add mod">
        <pc:chgData name="Sharanya D" userId="93b808fa8a59563a" providerId="LiveId" clId="{A2B72299-90BE-406F-BDDD-FE3AC415CB75}" dt="2025-12-21T14:54:20.625" v="2998" actId="1076"/>
        <pc:sldMkLst>
          <pc:docMk/>
          <pc:sldMk cId="2577903824" sldId="294"/>
        </pc:sldMkLst>
        <pc:spChg chg="del">
          <ac:chgData name="Sharanya D" userId="93b808fa8a59563a" providerId="LiveId" clId="{A2B72299-90BE-406F-BDDD-FE3AC415CB75}" dt="2025-12-20T09:35:14.838" v="2281" actId="478"/>
          <ac:spMkLst>
            <pc:docMk/>
            <pc:sldMk cId="2577903824" sldId="294"/>
            <ac:spMk id="10" creationId="{A3B1C670-A1E8-A7C9-1723-4F6BF6A5F628}"/>
          </ac:spMkLst>
        </pc:spChg>
        <pc:spChg chg="del">
          <ac:chgData name="Sharanya D" userId="93b808fa8a59563a" providerId="LiveId" clId="{A2B72299-90BE-406F-BDDD-FE3AC415CB75}" dt="2025-12-20T09:35:10.364" v="2280" actId="478"/>
          <ac:spMkLst>
            <pc:docMk/>
            <pc:sldMk cId="2577903824" sldId="294"/>
            <ac:spMk id="12" creationId="{F81BF5E6-331B-E154-643E-518B04274F54}"/>
          </ac:spMkLst>
        </pc:spChg>
        <pc:spChg chg="del mod">
          <ac:chgData name="Sharanya D" userId="93b808fa8a59563a" providerId="LiveId" clId="{A2B72299-90BE-406F-BDDD-FE3AC415CB75}" dt="2025-12-20T09:35:05.823" v="2279" actId="478"/>
          <ac:spMkLst>
            <pc:docMk/>
            <pc:sldMk cId="2577903824" sldId="294"/>
            <ac:spMk id="15" creationId="{3CAC585A-EF99-F777-2287-07ADD2E73623}"/>
          </ac:spMkLst>
        </pc:spChg>
        <pc:spChg chg="del">
          <ac:chgData name="Sharanya D" userId="93b808fa8a59563a" providerId="LiveId" clId="{A2B72299-90BE-406F-BDDD-FE3AC415CB75}" dt="2025-12-21T14:51:21.086" v="2941" actId="478"/>
          <ac:spMkLst>
            <pc:docMk/>
            <pc:sldMk cId="2577903824" sldId="294"/>
            <ac:spMk id="17" creationId="{8348117C-443E-47FD-3275-AA4854A8853F}"/>
          </ac:spMkLst>
        </pc:spChg>
        <pc:grpChg chg="del mod">
          <ac:chgData name="Sharanya D" userId="93b808fa8a59563a" providerId="LiveId" clId="{A2B72299-90BE-406F-BDDD-FE3AC415CB75}" dt="2025-12-21T14:51:23.244" v="2942" actId="478"/>
          <ac:grpSpMkLst>
            <pc:docMk/>
            <pc:sldMk cId="2577903824" sldId="294"/>
            <ac:grpSpMk id="2" creationId="{1C706DD9-626F-9E53-76F8-2D0121A72C8E}"/>
          </ac:grpSpMkLst>
        </pc:grpChg>
        <pc:grpChg chg="mod">
          <ac:chgData name="Sharanya D" userId="93b808fa8a59563a" providerId="LiveId" clId="{A2B72299-90BE-406F-BDDD-FE3AC415CB75}" dt="2025-12-21T14:54:10.343" v="2994" actId="1076"/>
          <ac:grpSpMkLst>
            <pc:docMk/>
            <pc:sldMk cId="2577903824" sldId="294"/>
            <ac:grpSpMk id="40" creationId="{D0A3B4CB-F087-052F-AB63-D9C2AA79D465}"/>
          </ac:grpSpMkLst>
        </pc:grpChg>
        <pc:grpChg chg="mod">
          <ac:chgData name="Sharanya D" userId="93b808fa8a59563a" providerId="LiveId" clId="{A2B72299-90BE-406F-BDDD-FE3AC415CB75}" dt="2025-12-21T14:54:13.467" v="2995" actId="1076"/>
          <ac:grpSpMkLst>
            <pc:docMk/>
            <pc:sldMk cId="2577903824" sldId="294"/>
            <ac:grpSpMk id="41" creationId="{54BAA428-60C1-83F6-7733-11939095D716}"/>
          </ac:grpSpMkLst>
        </pc:grpChg>
        <pc:grpChg chg="mod">
          <ac:chgData name="Sharanya D" userId="93b808fa8a59563a" providerId="LiveId" clId="{A2B72299-90BE-406F-BDDD-FE3AC415CB75}" dt="2025-12-21T14:54:18.333" v="2997" actId="1076"/>
          <ac:grpSpMkLst>
            <pc:docMk/>
            <pc:sldMk cId="2577903824" sldId="294"/>
            <ac:grpSpMk id="42" creationId="{3B6EDCFC-2C64-27A7-8FB3-18B4D277198A}"/>
          </ac:grpSpMkLst>
        </pc:grpChg>
        <pc:grpChg chg="mod">
          <ac:chgData name="Sharanya D" userId="93b808fa8a59563a" providerId="LiveId" clId="{A2B72299-90BE-406F-BDDD-FE3AC415CB75}" dt="2025-12-21T14:54:20.625" v="2998" actId="1076"/>
          <ac:grpSpMkLst>
            <pc:docMk/>
            <pc:sldMk cId="2577903824" sldId="294"/>
            <ac:grpSpMk id="43" creationId="{710B7925-DCB6-EB2F-69CE-EA1C3B236C34}"/>
          </ac:grpSpMkLst>
        </pc:grpChg>
        <pc:picChg chg="add mod">
          <ac:chgData name="Sharanya D" userId="93b808fa8a59563a" providerId="LiveId" clId="{A2B72299-90BE-406F-BDDD-FE3AC415CB75}" dt="2025-12-20T09:40:16.972" v="2291" actId="1076"/>
          <ac:picMkLst>
            <pc:docMk/>
            <pc:sldMk cId="2577903824" sldId="294"/>
            <ac:picMk id="11" creationId="{B93FC0B0-CCE5-43B9-EE9E-E13176C08599}"/>
          </ac:picMkLst>
        </pc:picChg>
        <pc:picChg chg="del">
          <ac:chgData name="Sharanya D" userId="93b808fa8a59563a" providerId="LiveId" clId="{A2B72299-90BE-406F-BDDD-FE3AC415CB75}" dt="2025-12-21T14:54:15.082" v="2996" actId="478"/>
          <ac:picMkLst>
            <pc:docMk/>
            <pc:sldMk cId="2577903824" sldId="294"/>
            <ac:picMk id="22" creationId="{9FC40146-457C-C9E7-1305-7EB6315616B7}"/>
          </ac:picMkLst>
        </pc:picChg>
      </pc:sldChg>
      <pc:sldChg chg="add del">
        <pc:chgData name="Sharanya D" userId="93b808fa8a59563a" providerId="LiveId" clId="{A2B72299-90BE-406F-BDDD-FE3AC415CB75}" dt="2025-12-20T09:30:16.851" v="2147" actId="47"/>
        <pc:sldMkLst>
          <pc:docMk/>
          <pc:sldMk cId="3892431841" sldId="294"/>
        </pc:sldMkLst>
      </pc:sldChg>
      <pc:sldChg chg="add del">
        <pc:chgData name="Sharanya D" userId="93b808fa8a59563a" providerId="LiveId" clId="{A2B72299-90BE-406F-BDDD-FE3AC415CB75}" dt="2025-12-20T09:30:20.217" v="2150" actId="47"/>
        <pc:sldMkLst>
          <pc:docMk/>
          <pc:sldMk cId="2900552200" sldId="295"/>
        </pc:sldMkLst>
      </pc:sldChg>
      <pc:sldChg chg="addSp delSp modSp add mod">
        <pc:chgData name="Sharanya D" userId="93b808fa8a59563a" providerId="LiveId" clId="{A2B72299-90BE-406F-BDDD-FE3AC415CB75}" dt="2025-12-21T14:54:04.555" v="2993" actId="1076"/>
        <pc:sldMkLst>
          <pc:docMk/>
          <pc:sldMk cId="3914431747" sldId="295"/>
        </pc:sldMkLst>
        <pc:spChg chg="del mod topLvl">
          <ac:chgData name="Sharanya D" userId="93b808fa8a59563a" providerId="LiveId" clId="{A2B72299-90BE-406F-BDDD-FE3AC415CB75}" dt="2025-12-21T14:51:29.502" v="2944" actId="478"/>
          <ac:spMkLst>
            <pc:docMk/>
            <pc:sldMk cId="3914431747" sldId="295"/>
            <ac:spMk id="3" creationId="{B802BB3C-6F9E-C062-7656-853542A22C84}"/>
          </ac:spMkLst>
        </pc:spChg>
        <pc:spChg chg="mod topLvl">
          <ac:chgData name="Sharanya D" userId="93b808fa8a59563a" providerId="LiveId" clId="{A2B72299-90BE-406F-BDDD-FE3AC415CB75}" dt="2025-12-21T14:53:45.613" v="2985" actId="1076"/>
          <ac:spMkLst>
            <pc:docMk/>
            <pc:sldMk cId="3914431747" sldId="295"/>
            <ac:spMk id="5" creationId="{C652D4E1-EA1D-1ADC-493B-1BA05093C91D}"/>
          </ac:spMkLst>
        </pc:spChg>
        <pc:spChg chg="del">
          <ac:chgData name="Sharanya D" userId="93b808fa8a59563a" providerId="LiveId" clId="{A2B72299-90BE-406F-BDDD-FE3AC415CB75}" dt="2025-12-20T09:41:43.243" v="2293" actId="478"/>
          <ac:spMkLst>
            <pc:docMk/>
            <pc:sldMk cId="3914431747" sldId="295"/>
            <ac:spMk id="10" creationId="{054171D8-0532-8F23-6395-0FC2185BCC2A}"/>
          </ac:spMkLst>
        </pc:spChg>
        <pc:spChg chg="del mod">
          <ac:chgData name="Sharanya D" userId="93b808fa8a59563a" providerId="LiveId" clId="{A2B72299-90BE-406F-BDDD-FE3AC415CB75}" dt="2025-12-20T09:41:47.855" v="2295" actId="478"/>
          <ac:spMkLst>
            <pc:docMk/>
            <pc:sldMk cId="3914431747" sldId="295"/>
            <ac:spMk id="12" creationId="{F0707202-0D71-893A-64C1-87E5F32CE495}"/>
          </ac:spMkLst>
        </pc:spChg>
        <pc:spChg chg="del">
          <ac:chgData name="Sharanya D" userId="93b808fa8a59563a" providerId="LiveId" clId="{A2B72299-90BE-406F-BDDD-FE3AC415CB75}" dt="2025-12-20T09:41:50.844" v="2296" actId="478"/>
          <ac:spMkLst>
            <pc:docMk/>
            <pc:sldMk cId="3914431747" sldId="295"/>
            <ac:spMk id="15" creationId="{C35BD8E2-7884-0507-95B7-523BBCDD9042}"/>
          </ac:spMkLst>
        </pc:spChg>
        <pc:spChg chg="del">
          <ac:chgData name="Sharanya D" userId="93b808fa8a59563a" providerId="LiveId" clId="{A2B72299-90BE-406F-BDDD-FE3AC415CB75}" dt="2025-12-21T14:51:31.489" v="2945" actId="478"/>
          <ac:spMkLst>
            <pc:docMk/>
            <pc:sldMk cId="3914431747" sldId="295"/>
            <ac:spMk id="17" creationId="{75932E0A-AC97-F2BE-3940-6D8BE788EE61}"/>
          </ac:spMkLst>
        </pc:spChg>
        <pc:grpChg chg="del mod">
          <ac:chgData name="Sharanya D" userId="93b808fa8a59563a" providerId="LiveId" clId="{A2B72299-90BE-406F-BDDD-FE3AC415CB75}" dt="2025-12-21T14:51:29.502" v="2944" actId="478"/>
          <ac:grpSpMkLst>
            <pc:docMk/>
            <pc:sldMk cId="3914431747" sldId="295"/>
            <ac:grpSpMk id="2" creationId="{1F81A318-769A-57BB-B7B8-368E4E8CDDEB}"/>
          </ac:grpSpMkLst>
        </pc:grpChg>
        <pc:grpChg chg="add del mod">
          <ac:chgData name="Sharanya D" userId="93b808fa8a59563a" providerId="LiveId" clId="{A2B72299-90BE-406F-BDDD-FE3AC415CB75}" dt="2025-12-21T14:53:51.999" v="2988" actId="1076"/>
          <ac:grpSpMkLst>
            <pc:docMk/>
            <pc:sldMk cId="3914431747" sldId="295"/>
            <ac:grpSpMk id="40" creationId="{BF43DF23-975C-42B8-BE1C-0CA975E2A9D0}"/>
          </ac:grpSpMkLst>
        </pc:grpChg>
        <pc:grpChg chg="mod">
          <ac:chgData name="Sharanya D" userId="93b808fa8a59563a" providerId="LiveId" clId="{A2B72299-90BE-406F-BDDD-FE3AC415CB75}" dt="2025-12-21T14:53:57.111" v="2990" actId="1076"/>
          <ac:grpSpMkLst>
            <pc:docMk/>
            <pc:sldMk cId="3914431747" sldId="295"/>
            <ac:grpSpMk id="41" creationId="{8D2B172C-83C8-D09B-6084-435AC334C2E6}"/>
          </ac:grpSpMkLst>
        </pc:grpChg>
        <pc:grpChg chg="mod">
          <ac:chgData name="Sharanya D" userId="93b808fa8a59563a" providerId="LiveId" clId="{A2B72299-90BE-406F-BDDD-FE3AC415CB75}" dt="2025-12-21T14:53:58.729" v="2991" actId="1076"/>
          <ac:grpSpMkLst>
            <pc:docMk/>
            <pc:sldMk cId="3914431747" sldId="295"/>
            <ac:grpSpMk id="42" creationId="{F9179B6F-4848-A5E2-1DF1-5B29F12D9D3F}"/>
          </ac:grpSpMkLst>
        </pc:grpChg>
        <pc:grpChg chg="mod">
          <ac:chgData name="Sharanya D" userId="93b808fa8a59563a" providerId="LiveId" clId="{A2B72299-90BE-406F-BDDD-FE3AC415CB75}" dt="2025-12-21T14:54:04.555" v="2993" actId="1076"/>
          <ac:grpSpMkLst>
            <pc:docMk/>
            <pc:sldMk cId="3914431747" sldId="295"/>
            <ac:grpSpMk id="43" creationId="{07B3A663-79E2-39CD-157D-7CE27F4DB667}"/>
          </ac:grpSpMkLst>
        </pc:grpChg>
        <pc:picChg chg="add del topLvl">
          <ac:chgData name="Sharanya D" userId="93b808fa8a59563a" providerId="LiveId" clId="{A2B72299-90BE-406F-BDDD-FE3AC415CB75}" dt="2025-12-21T14:53:48.908" v="2987" actId="478"/>
          <ac:picMkLst>
            <pc:docMk/>
            <pc:sldMk cId="3914431747" sldId="295"/>
            <ac:picMk id="4" creationId="{BBEE0C62-26C3-D402-2567-25F6A17D1F07}"/>
          </ac:picMkLst>
        </pc:picChg>
        <pc:picChg chg="add del mod">
          <ac:chgData name="Sharanya D" userId="93b808fa8a59563a" providerId="LiveId" clId="{A2B72299-90BE-406F-BDDD-FE3AC415CB75}" dt="2025-12-20T10:17:02.617" v="2401" actId="21"/>
          <ac:picMkLst>
            <pc:docMk/>
            <pc:sldMk cId="3914431747" sldId="295"/>
            <ac:picMk id="11" creationId="{57E9A3D8-D6C1-DF54-EB59-4AE4482A997E}"/>
          </ac:picMkLst>
        </pc:picChg>
        <pc:picChg chg="add mod">
          <ac:chgData name="Sharanya D" userId="93b808fa8a59563a" providerId="LiveId" clId="{A2B72299-90BE-406F-BDDD-FE3AC415CB75}" dt="2025-12-20T10:17:07.673" v="2403" actId="14100"/>
          <ac:picMkLst>
            <pc:docMk/>
            <pc:sldMk cId="3914431747" sldId="295"/>
            <ac:picMk id="16" creationId="{267C2063-5BAC-1EEA-B959-ADC98C8E7997}"/>
          </ac:picMkLst>
        </pc:picChg>
        <pc:picChg chg="add mod">
          <ac:chgData name="Sharanya D" userId="93b808fa8a59563a" providerId="LiveId" clId="{A2B72299-90BE-406F-BDDD-FE3AC415CB75}" dt="2025-12-20T10:17:16.035" v="2407" actId="1076"/>
          <ac:picMkLst>
            <pc:docMk/>
            <pc:sldMk cId="3914431747" sldId="295"/>
            <ac:picMk id="21" creationId="{E54C9577-A923-F9F6-861F-2E75F4EAC90D}"/>
          </ac:picMkLst>
        </pc:picChg>
        <pc:picChg chg="del">
          <ac:chgData name="Sharanya D" userId="93b808fa8a59563a" providerId="LiveId" clId="{A2B72299-90BE-406F-BDDD-FE3AC415CB75}" dt="2025-12-21T14:53:53.509" v="2989" actId="478"/>
          <ac:picMkLst>
            <pc:docMk/>
            <pc:sldMk cId="3914431747" sldId="295"/>
            <ac:picMk id="22" creationId="{DF1F0541-0C32-5E06-E401-2F8B7E3FBF9C}"/>
          </ac:picMkLst>
        </pc:picChg>
        <pc:picChg chg="add mod">
          <ac:chgData name="Sharanya D" userId="93b808fa8a59563a" providerId="LiveId" clId="{A2B72299-90BE-406F-BDDD-FE3AC415CB75}" dt="2025-12-20T10:17:11.446" v="2405" actId="14100"/>
          <ac:picMkLst>
            <pc:docMk/>
            <pc:sldMk cId="3914431747" sldId="295"/>
            <ac:picMk id="24" creationId="{F061436C-B956-B24C-50AC-E32245C6D636}"/>
          </ac:picMkLst>
        </pc:picChg>
        <pc:picChg chg="add del mod topLvl">
          <ac:chgData name="Sharanya D" userId="93b808fa8a59563a" providerId="LiveId" clId="{A2B72299-90BE-406F-BDDD-FE3AC415CB75}" dt="2025-12-21T14:53:45.011" v="2984" actId="1076"/>
          <ac:picMkLst>
            <pc:docMk/>
            <pc:sldMk cId="3914431747" sldId="295"/>
            <ac:picMk id="35" creationId="{1C1C9AD9-264C-B040-9F11-2066BDFB24D9}"/>
          </ac:picMkLst>
        </pc:picChg>
      </pc:sldChg>
      <pc:sldChg chg="add del">
        <pc:chgData name="Sharanya D" userId="93b808fa8a59563a" providerId="LiveId" clId="{A2B72299-90BE-406F-BDDD-FE3AC415CB75}" dt="2025-12-20T10:05:03.850" v="2385" actId="47"/>
        <pc:sldMkLst>
          <pc:docMk/>
          <pc:sldMk cId="1734470" sldId="296"/>
        </pc:sldMkLst>
      </pc:sldChg>
      <pc:sldChg chg="addSp delSp modSp add mod ord">
        <pc:chgData name="Sharanya D" userId="93b808fa8a59563a" providerId="LiveId" clId="{A2B72299-90BE-406F-BDDD-FE3AC415CB75}" dt="2025-12-21T14:52:43.259" v="2966" actId="478"/>
        <pc:sldMkLst>
          <pc:docMk/>
          <pc:sldMk cId="777668491" sldId="297"/>
        </pc:sldMkLst>
        <pc:spChg chg="del">
          <ac:chgData name="Sharanya D" userId="93b808fa8a59563a" providerId="LiveId" clId="{A2B72299-90BE-406F-BDDD-FE3AC415CB75}" dt="2025-12-21T14:51:55.426" v="2953" actId="478"/>
          <ac:spMkLst>
            <pc:docMk/>
            <pc:sldMk cId="777668491" sldId="297"/>
            <ac:spMk id="17" creationId="{141C4447-3AF0-6BE7-78A8-27F8510684C2}"/>
          </ac:spMkLst>
        </pc:spChg>
        <pc:grpChg chg="del">
          <ac:chgData name="Sharanya D" userId="93b808fa8a59563a" providerId="LiveId" clId="{A2B72299-90BE-406F-BDDD-FE3AC415CB75}" dt="2025-12-21T14:51:53.501" v="2952" actId="478"/>
          <ac:grpSpMkLst>
            <pc:docMk/>
            <pc:sldMk cId="777668491" sldId="297"/>
            <ac:grpSpMk id="2" creationId="{05A3D1CB-4CC3-4659-9597-F03E2C86BBF4}"/>
          </ac:grpSpMkLst>
        </pc:grpChg>
        <pc:grpChg chg="mod">
          <ac:chgData name="Sharanya D" userId="93b808fa8a59563a" providerId="LiveId" clId="{A2B72299-90BE-406F-BDDD-FE3AC415CB75}" dt="2025-12-21T14:52:00.850" v="2954" actId="1076"/>
          <ac:grpSpMkLst>
            <pc:docMk/>
            <pc:sldMk cId="777668491" sldId="297"/>
            <ac:grpSpMk id="40" creationId="{528FFE32-7768-9650-3519-084EDB01FC93}"/>
          </ac:grpSpMkLst>
        </pc:grpChg>
        <pc:grpChg chg="mod">
          <ac:chgData name="Sharanya D" userId="93b808fa8a59563a" providerId="LiveId" clId="{A2B72299-90BE-406F-BDDD-FE3AC415CB75}" dt="2025-12-21T14:52:03.944" v="2955" actId="1076"/>
          <ac:grpSpMkLst>
            <pc:docMk/>
            <pc:sldMk cId="777668491" sldId="297"/>
            <ac:grpSpMk id="41" creationId="{A5F0674C-843E-2C62-A8B5-189A04DE29F0}"/>
          </ac:grpSpMkLst>
        </pc:grpChg>
        <pc:grpChg chg="mod">
          <ac:chgData name="Sharanya D" userId="93b808fa8a59563a" providerId="LiveId" clId="{A2B72299-90BE-406F-BDDD-FE3AC415CB75}" dt="2025-12-21T14:52:06.636" v="2956" actId="1076"/>
          <ac:grpSpMkLst>
            <pc:docMk/>
            <pc:sldMk cId="777668491" sldId="297"/>
            <ac:grpSpMk id="42" creationId="{BA4E086E-0B56-45D0-2624-705CAA56D717}"/>
          </ac:grpSpMkLst>
        </pc:grpChg>
        <pc:grpChg chg="mod">
          <ac:chgData name="Sharanya D" userId="93b808fa8a59563a" providerId="LiveId" clId="{A2B72299-90BE-406F-BDDD-FE3AC415CB75}" dt="2025-12-21T14:52:09.480" v="2957" actId="1076"/>
          <ac:grpSpMkLst>
            <pc:docMk/>
            <pc:sldMk cId="777668491" sldId="297"/>
            <ac:grpSpMk id="43" creationId="{D1CB06F5-7528-A434-03BA-77DF25041D9A}"/>
          </ac:grpSpMkLst>
        </pc:grpChg>
        <pc:picChg chg="add del mod">
          <ac:chgData name="Sharanya D" userId="93b808fa8a59563a" providerId="LiveId" clId="{A2B72299-90BE-406F-BDDD-FE3AC415CB75}" dt="2025-12-20T09:45:28.050" v="2311" actId="478"/>
          <ac:picMkLst>
            <pc:docMk/>
            <pc:sldMk cId="777668491" sldId="297"/>
            <ac:picMk id="10" creationId="{14F3E617-84BD-E92A-A5BA-2D7984098432}"/>
          </ac:picMkLst>
        </pc:picChg>
        <pc:picChg chg="add mod">
          <ac:chgData name="Sharanya D" userId="93b808fa8a59563a" providerId="LiveId" clId="{A2B72299-90BE-406F-BDDD-FE3AC415CB75}" dt="2025-12-20T09:45:52.241" v="2315" actId="1076"/>
          <ac:picMkLst>
            <pc:docMk/>
            <pc:sldMk cId="777668491" sldId="297"/>
            <ac:picMk id="12" creationId="{E80508E7-E7C9-C9BC-BB2F-5EAAA17032C3}"/>
          </ac:picMkLst>
        </pc:picChg>
        <pc:picChg chg="del">
          <ac:chgData name="Sharanya D" userId="93b808fa8a59563a" providerId="LiveId" clId="{A2B72299-90BE-406F-BDDD-FE3AC415CB75}" dt="2025-12-21T14:52:43.259" v="2966" actId="478"/>
          <ac:picMkLst>
            <pc:docMk/>
            <pc:sldMk cId="777668491" sldId="297"/>
            <ac:picMk id="22" creationId="{0C104FA4-65A8-89BA-69C2-94E23E8A0E21}"/>
          </ac:picMkLst>
        </pc:picChg>
      </pc:sldChg>
      <pc:sldChg chg="addSp delSp modSp add mod">
        <pc:chgData name="Sharanya D" userId="93b808fa8a59563a" providerId="LiveId" clId="{A2B72299-90BE-406F-BDDD-FE3AC415CB75}" dt="2025-12-21T14:52:35.093" v="2965" actId="1076"/>
        <pc:sldMkLst>
          <pc:docMk/>
          <pc:sldMk cId="754838283" sldId="298"/>
        </pc:sldMkLst>
        <pc:spChg chg="del">
          <ac:chgData name="Sharanya D" userId="93b808fa8a59563a" providerId="LiveId" clId="{A2B72299-90BE-406F-BDDD-FE3AC415CB75}" dt="2025-12-21T14:51:49.989" v="2951" actId="478"/>
          <ac:spMkLst>
            <pc:docMk/>
            <pc:sldMk cId="754838283" sldId="298"/>
            <ac:spMk id="17" creationId="{1658BD17-7BA2-CB8F-E62B-09F3C91565E3}"/>
          </ac:spMkLst>
        </pc:spChg>
        <pc:grpChg chg="del">
          <ac:chgData name="Sharanya D" userId="93b808fa8a59563a" providerId="LiveId" clId="{A2B72299-90BE-406F-BDDD-FE3AC415CB75}" dt="2025-12-21T14:51:48.146" v="2950" actId="478"/>
          <ac:grpSpMkLst>
            <pc:docMk/>
            <pc:sldMk cId="754838283" sldId="298"/>
            <ac:grpSpMk id="2" creationId="{FDF17CF7-93C6-C914-EFE9-70F447C21D9D}"/>
          </ac:grpSpMkLst>
        </pc:grpChg>
        <pc:grpChg chg="mod">
          <ac:chgData name="Sharanya D" userId="93b808fa8a59563a" providerId="LiveId" clId="{A2B72299-90BE-406F-BDDD-FE3AC415CB75}" dt="2025-12-21T14:52:35.093" v="2965" actId="1076"/>
          <ac:grpSpMkLst>
            <pc:docMk/>
            <pc:sldMk cId="754838283" sldId="298"/>
            <ac:grpSpMk id="40" creationId="{AFECE0F4-B709-7EF2-01B4-0C6DD059DB46}"/>
          </ac:grpSpMkLst>
        </pc:grpChg>
        <pc:grpChg chg="mod">
          <ac:chgData name="Sharanya D" userId="93b808fa8a59563a" providerId="LiveId" clId="{A2B72299-90BE-406F-BDDD-FE3AC415CB75}" dt="2025-12-21T14:52:32.309" v="2964" actId="1076"/>
          <ac:grpSpMkLst>
            <pc:docMk/>
            <pc:sldMk cId="754838283" sldId="298"/>
            <ac:grpSpMk id="41" creationId="{A3D28D93-8C3D-9CE9-6AF2-5A92DD4910C4}"/>
          </ac:grpSpMkLst>
        </pc:grpChg>
        <pc:grpChg chg="mod">
          <ac:chgData name="Sharanya D" userId="93b808fa8a59563a" providerId="LiveId" clId="{A2B72299-90BE-406F-BDDD-FE3AC415CB75}" dt="2025-12-21T14:52:21.348" v="2960" actId="1076"/>
          <ac:grpSpMkLst>
            <pc:docMk/>
            <pc:sldMk cId="754838283" sldId="298"/>
            <ac:grpSpMk id="42" creationId="{D797340B-558B-1B9F-3A0A-908384B07A84}"/>
          </ac:grpSpMkLst>
        </pc:grpChg>
        <pc:grpChg chg="mod">
          <ac:chgData name="Sharanya D" userId="93b808fa8a59563a" providerId="LiveId" clId="{A2B72299-90BE-406F-BDDD-FE3AC415CB75}" dt="2025-12-21T14:52:26.161" v="2961" actId="1076"/>
          <ac:grpSpMkLst>
            <pc:docMk/>
            <pc:sldMk cId="754838283" sldId="298"/>
            <ac:grpSpMk id="43" creationId="{DE86FC44-1298-0F6D-B6E4-3D3B245BF6EB}"/>
          </ac:grpSpMkLst>
        </pc:grpChg>
        <pc:picChg chg="add mod">
          <ac:chgData name="Sharanya D" userId="93b808fa8a59563a" providerId="LiveId" clId="{A2B72299-90BE-406F-BDDD-FE3AC415CB75}" dt="2025-12-20T09:42:29.438" v="2305" actId="1076"/>
          <ac:picMkLst>
            <pc:docMk/>
            <pc:sldMk cId="754838283" sldId="298"/>
            <ac:picMk id="10" creationId="{CE31222C-4FCF-96A9-D585-B8124AFA9B4B}"/>
          </ac:picMkLst>
        </pc:picChg>
        <pc:picChg chg="del">
          <ac:chgData name="Sharanya D" userId="93b808fa8a59563a" providerId="LiveId" clId="{A2B72299-90BE-406F-BDDD-FE3AC415CB75}" dt="2025-12-21T14:52:30.094" v="2963" actId="478"/>
          <ac:picMkLst>
            <pc:docMk/>
            <pc:sldMk cId="754838283" sldId="298"/>
            <ac:picMk id="22" creationId="{B9BB4206-78A6-902F-4221-69DF1EA3F20D}"/>
          </ac:picMkLst>
        </pc:picChg>
      </pc:sldChg>
      <pc:sldChg chg="addSp delSp modSp add mod">
        <pc:chgData name="Sharanya D" userId="93b808fa8a59563a" providerId="LiveId" clId="{A2B72299-90BE-406F-BDDD-FE3AC415CB75}" dt="2025-12-21T14:53:22.005" v="2976" actId="1076"/>
        <pc:sldMkLst>
          <pc:docMk/>
          <pc:sldMk cId="3558649727" sldId="299"/>
        </pc:sldMkLst>
        <pc:spChg chg="del">
          <ac:chgData name="Sharanya D" userId="93b808fa8a59563a" providerId="LiveId" clId="{A2B72299-90BE-406F-BDDD-FE3AC415CB75}" dt="2025-12-21T14:51:37.866" v="2947" actId="478"/>
          <ac:spMkLst>
            <pc:docMk/>
            <pc:sldMk cId="3558649727" sldId="299"/>
            <ac:spMk id="17" creationId="{AE4C0DD9-326F-349C-4B9C-56847ED7821C}"/>
          </ac:spMkLst>
        </pc:spChg>
        <pc:grpChg chg="del">
          <ac:chgData name="Sharanya D" userId="93b808fa8a59563a" providerId="LiveId" clId="{A2B72299-90BE-406F-BDDD-FE3AC415CB75}" dt="2025-12-21T14:51:35.993" v="2946" actId="478"/>
          <ac:grpSpMkLst>
            <pc:docMk/>
            <pc:sldMk cId="3558649727" sldId="299"/>
            <ac:grpSpMk id="2" creationId="{8A633F03-5F6B-5E7F-C3D5-97AA82EB512A}"/>
          </ac:grpSpMkLst>
        </pc:grpChg>
        <pc:grpChg chg="mod">
          <ac:chgData name="Sharanya D" userId="93b808fa8a59563a" providerId="LiveId" clId="{A2B72299-90BE-406F-BDDD-FE3AC415CB75}" dt="2025-12-21T14:53:12.616" v="2972" actId="1076"/>
          <ac:grpSpMkLst>
            <pc:docMk/>
            <pc:sldMk cId="3558649727" sldId="299"/>
            <ac:grpSpMk id="40" creationId="{6EDE790F-3594-866F-927F-F9D21CA928FB}"/>
          </ac:grpSpMkLst>
        </pc:grpChg>
        <pc:grpChg chg="mod">
          <ac:chgData name="Sharanya D" userId="93b808fa8a59563a" providerId="LiveId" clId="{A2B72299-90BE-406F-BDDD-FE3AC415CB75}" dt="2025-12-21T14:53:18.033" v="2974" actId="1076"/>
          <ac:grpSpMkLst>
            <pc:docMk/>
            <pc:sldMk cId="3558649727" sldId="299"/>
            <ac:grpSpMk id="41" creationId="{99BC54F7-CB55-DE19-7BA0-A8BA7A20A42E}"/>
          </ac:grpSpMkLst>
        </pc:grpChg>
        <pc:grpChg chg="mod">
          <ac:chgData name="Sharanya D" userId="93b808fa8a59563a" providerId="LiveId" clId="{A2B72299-90BE-406F-BDDD-FE3AC415CB75}" dt="2025-12-21T14:53:20.063" v="2975" actId="1076"/>
          <ac:grpSpMkLst>
            <pc:docMk/>
            <pc:sldMk cId="3558649727" sldId="299"/>
            <ac:grpSpMk id="42" creationId="{A45C35A7-8293-B69E-8B99-40CA7D5ECFBB}"/>
          </ac:grpSpMkLst>
        </pc:grpChg>
        <pc:grpChg chg="mod">
          <ac:chgData name="Sharanya D" userId="93b808fa8a59563a" providerId="LiveId" clId="{A2B72299-90BE-406F-BDDD-FE3AC415CB75}" dt="2025-12-21T14:53:22.005" v="2976" actId="1076"/>
          <ac:grpSpMkLst>
            <pc:docMk/>
            <pc:sldMk cId="3558649727" sldId="299"/>
            <ac:grpSpMk id="43" creationId="{8D0C08C8-0953-A539-48BA-60455881B601}"/>
          </ac:grpSpMkLst>
        </pc:grpChg>
        <pc:picChg chg="add mod">
          <ac:chgData name="Sharanya D" userId="93b808fa8a59563a" providerId="LiveId" clId="{A2B72299-90BE-406F-BDDD-FE3AC415CB75}" dt="2025-12-20T10:17:38.746" v="2410" actId="1076"/>
          <ac:picMkLst>
            <pc:docMk/>
            <pc:sldMk cId="3558649727" sldId="299"/>
            <ac:picMk id="10" creationId="{4887CB7F-33AB-E415-BE5C-0B05A66DDF4C}"/>
          </ac:picMkLst>
        </pc:picChg>
        <pc:picChg chg="add mod">
          <ac:chgData name="Sharanya D" userId="93b808fa8a59563a" providerId="LiveId" clId="{A2B72299-90BE-406F-BDDD-FE3AC415CB75}" dt="2025-12-20T10:17:18.773" v="2408"/>
          <ac:picMkLst>
            <pc:docMk/>
            <pc:sldMk cId="3558649727" sldId="299"/>
            <ac:picMk id="11" creationId="{57E9A3D8-D6C1-DF54-EB59-4AE4482A997E}"/>
          </ac:picMkLst>
        </pc:picChg>
        <pc:picChg chg="add mod">
          <ac:chgData name="Sharanya D" userId="93b808fa8a59563a" providerId="LiveId" clId="{A2B72299-90BE-406F-BDDD-FE3AC415CB75}" dt="2025-12-20T10:17:54.056" v="2412" actId="1076"/>
          <ac:picMkLst>
            <pc:docMk/>
            <pc:sldMk cId="3558649727" sldId="299"/>
            <ac:picMk id="13" creationId="{F650D2E9-ED53-1A8B-EDD7-42A222C947DF}"/>
          </ac:picMkLst>
        </pc:picChg>
        <pc:picChg chg="del">
          <ac:chgData name="Sharanya D" userId="93b808fa8a59563a" providerId="LiveId" clId="{A2B72299-90BE-406F-BDDD-FE3AC415CB75}" dt="2025-12-21T14:53:14.462" v="2973" actId="478"/>
          <ac:picMkLst>
            <pc:docMk/>
            <pc:sldMk cId="3558649727" sldId="299"/>
            <ac:picMk id="22" creationId="{593B8351-5ECA-EF4B-AD9D-3F4E39FE0F95}"/>
          </ac:picMkLst>
        </pc:picChg>
      </pc:sldChg>
      <pc:sldChg chg="addSp delSp modSp add mod">
        <pc:chgData name="Sharanya D" userId="93b808fa8a59563a" providerId="LiveId" clId="{A2B72299-90BE-406F-BDDD-FE3AC415CB75}" dt="2025-12-21T14:53:01.149" v="2971" actId="1076"/>
        <pc:sldMkLst>
          <pc:docMk/>
          <pc:sldMk cId="1311456778" sldId="300"/>
        </pc:sldMkLst>
        <pc:spChg chg="del">
          <ac:chgData name="Sharanya D" userId="93b808fa8a59563a" providerId="LiveId" clId="{A2B72299-90BE-406F-BDDD-FE3AC415CB75}" dt="2025-12-21T14:51:43.683" v="2949" actId="478"/>
          <ac:spMkLst>
            <pc:docMk/>
            <pc:sldMk cId="1311456778" sldId="300"/>
            <ac:spMk id="17" creationId="{4439EF20-78D7-7A0C-B6F7-6ADF41923E11}"/>
          </ac:spMkLst>
        </pc:spChg>
        <pc:grpChg chg="del">
          <ac:chgData name="Sharanya D" userId="93b808fa8a59563a" providerId="LiveId" clId="{A2B72299-90BE-406F-BDDD-FE3AC415CB75}" dt="2025-12-21T14:51:41.934" v="2948" actId="478"/>
          <ac:grpSpMkLst>
            <pc:docMk/>
            <pc:sldMk cId="1311456778" sldId="300"/>
            <ac:grpSpMk id="2" creationId="{D811425B-2DAF-17B3-F2E9-3EDD7E6A7B75}"/>
          </ac:grpSpMkLst>
        </pc:grpChg>
        <pc:grpChg chg="mod">
          <ac:chgData name="Sharanya D" userId="93b808fa8a59563a" providerId="LiveId" clId="{A2B72299-90BE-406F-BDDD-FE3AC415CB75}" dt="2025-12-21T14:52:48.390" v="2967" actId="1076"/>
          <ac:grpSpMkLst>
            <pc:docMk/>
            <pc:sldMk cId="1311456778" sldId="300"/>
            <ac:grpSpMk id="40" creationId="{7B96A2E4-190C-5651-D78A-927897922AF2}"/>
          </ac:grpSpMkLst>
        </pc:grpChg>
        <pc:grpChg chg="mod">
          <ac:chgData name="Sharanya D" userId="93b808fa8a59563a" providerId="LiveId" clId="{A2B72299-90BE-406F-BDDD-FE3AC415CB75}" dt="2025-12-21T14:52:52.235" v="2968" actId="1076"/>
          <ac:grpSpMkLst>
            <pc:docMk/>
            <pc:sldMk cId="1311456778" sldId="300"/>
            <ac:grpSpMk id="41" creationId="{9C711C73-79B0-F8D2-6745-85B638592EE8}"/>
          </ac:grpSpMkLst>
        </pc:grpChg>
        <pc:grpChg chg="mod">
          <ac:chgData name="Sharanya D" userId="93b808fa8a59563a" providerId="LiveId" clId="{A2B72299-90BE-406F-BDDD-FE3AC415CB75}" dt="2025-12-21T14:52:58.210" v="2970" actId="1076"/>
          <ac:grpSpMkLst>
            <pc:docMk/>
            <pc:sldMk cId="1311456778" sldId="300"/>
            <ac:grpSpMk id="42" creationId="{AFF93278-E5FE-A17A-E77B-6A93C1D5BF6E}"/>
          </ac:grpSpMkLst>
        </pc:grpChg>
        <pc:grpChg chg="mod">
          <ac:chgData name="Sharanya D" userId="93b808fa8a59563a" providerId="LiveId" clId="{A2B72299-90BE-406F-BDDD-FE3AC415CB75}" dt="2025-12-21T14:53:01.149" v="2971" actId="1076"/>
          <ac:grpSpMkLst>
            <pc:docMk/>
            <pc:sldMk cId="1311456778" sldId="300"/>
            <ac:grpSpMk id="43" creationId="{C4310F5C-06AA-2526-94D8-EDDB57EF912B}"/>
          </ac:grpSpMkLst>
        </pc:grpChg>
        <pc:picChg chg="del">
          <ac:chgData name="Sharanya D" userId="93b808fa8a59563a" providerId="LiveId" clId="{A2B72299-90BE-406F-BDDD-FE3AC415CB75}" dt="2025-12-20T10:18:01.333" v="2415" actId="478"/>
          <ac:picMkLst>
            <pc:docMk/>
            <pc:sldMk cId="1311456778" sldId="300"/>
            <ac:picMk id="10" creationId="{0C40B574-9BAC-C9F1-F322-477075B4D8D8}"/>
          </ac:picMkLst>
        </pc:picChg>
        <pc:picChg chg="del">
          <ac:chgData name="Sharanya D" userId="93b808fa8a59563a" providerId="LiveId" clId="{A2B72299-90BE-406F-BDDD-FE3AC415CB75}" dt="2025-12-20T10:17:59.722" v="2414" actId="478"/>
          <ac:picMkLst>
            <pc:docMk/>
            <pc:sldMk cId="1311456778" sldId="300"/>
            <ac:picMk id="11" creationId="{9998EA31-8CFC-D986-F508-268FB179D54A}"/>
          </ac:picMkLst>
        </pc:picChg>
        <pc:picChg chg="add mod">
          <ac:chgData name="Sharanya D" userId="93b808fa8a59563a" providerId="LiveId" clId="{A2B72299-90BE-406F-BDDD-FE3AC415CB75}" dt="2025-12-20T10:18:38.431" v="2419" actId="14100"/>
          <ac:picMkLst>
            <pc:docMk/>
            <pc:sldMk cId="1311456778" sldId="300"/>
            <ac:picMk id="12" creationId="{C81B27A3-A846-592E-D687-A26CBDDCF785}"/>
          </ac:picMkLst>
        </pc:picChg>
        <pc:picChg chg="del">
          <ac:chgData name="Sharanya D" userId="93b808fa8a59563a" providerId="LiveId" clId="{A2B72299-90BE-406F-BDDD-FE3AC415CB75}" dt="2025-12-20T10:18:02.815" v="2416" actId="478"/>
          <ac:picMkLst>
            <pc:docMk/>
            <pc:sldMk cId="1311456778" sldId="300"/>
            <ac:picMk id="13" creationId="{53265538-238B-C436-6FBE-86FF3B1D8F49}"/>
          </ac:picMkLst>
        </pc:picChg>
        <pc:picChg chg="add mod">
          <ac:chgData name="Sharanya D" userId="93b808fa8a59563a" providerId="LiveId" clId="{A2B72299-90BE-406F-BDDD-FE3AC415CB75}" dt="2025-12-20T10:18:55.853" v="2422" actId="14100"/>
          <ac:picMkLst>
            <pc:docMk/>
            <pc:sldMk cId="1311456778" sldId="300"/>
            <ac:picMk id="16" creationId="{341427A0-5B4D-10E3-6B85-4337EC51761E}"/>
          </ac:picMkLst>
        </pc:picChg>
        <pc:picChg chg="del">
          <ac:chgData name="Sharanya D" userId="93b808fa8a59563a" providerId="LiveId" clId="{A2B72299-90BE-406F-BDDD-FE3AC415CB75}" dt="2025-12-21T14:52:54.187" v="2969" actId="478"/>
          <ac:picMkLst>
            <pc:docMk/>
            <pc:sldMk cId="1311456778" sldId="300"/>
            <ac:picMk id="22" creationId="{402CD38F-8DF2-7102-E096-25B6D8425AE9}"/>
          </ac:picMkLst>
        </pc:picChg>
      </pc:sldChg>
      <pc:sldChg chg="addSp delSp modSp new mod setBg addAnim delAnim modAnim">
        <pc:chgData name="Sharanya D" userId="93b808fa8a59563a" providerId="LiveId" clId="{A2B72299-90BE-406F-BDDD-FE3AC415CB75}" dt="2025-12-21T15:22:39.653" v="3437" actId="21"/>
        <pc:sldMkLst>
          <pc:docMk/>
          <pc:sldMk cId="856626268" sldId="301"/>
        </pc:sldMkLst>
        <pc:spChg chg="del">
          <ac:chgData name="Sharanya D" userId="93b808fa8a59563a" providerId="LiveId" clId="{A2B72299-90BE-406F-BDDD-FE3AC415CB75}" dt="2025-12-20T11:28:49.906" v="2425" actId="478"/>
          <ac:spMkLst>
            <pc:docMk/>
            <pc:sldMk cId="856626268" sldId="301"/>
            <ac:spMk id="2" creationId="{C279081F-C612-A757-3B87-750AD048A614}"/>
          </ac:spMkLst>
        </pc:spChg>
        <pc:spChg chg="del">
          <ac:chgData name="Sharanya D" userId="93b808fa8a59563a" providerId="LiveId" clId="{A2B72299-90BE-406F-BDDD-FE3AC415CB75}" dt="2025-12-20T11:28:46.353" v="2424" actId="478"/>
          <ac:spMkLst>
            <pc:docMk/>
            <pc:sldMk cId="856626268" sldId="301"/>
            <ac:spMk id="3" creationId="{1DC2B626-FAC7-B201-FFCE-43EBEC59C59D}"/>
          </ac:spMkLst>
        </pc:spChg>
        <pc:spChg chg="add del mod">
          <ac:chgData name="Sharanya D" userId="93b808fa8a59563a" providerId="LiveId" clId="{A2B72299-90BE-406F-BDDD-FE3AC415CB75}" dt="2025-12-20T11:29:42.529" v="2429"/>
          <ac:spMkLst>
            <pc:docMk/>
            <pc:sldMk cId="856626268" sldId="301"/>
            <ac:spMk id="4" creationId="{68ADA0B8-5F28-F986-78CE-A00B26D8E5E2}"/>
          </ac:spMkLst>
        </pc:spChg>
        <pc:spChg chg="add del">
          <ac:chgData name="Sharanya D" userId="93b808fa8a59563a" providerId="LiveId" clId="{A2B72299-90BE-406F-BDDD-FE3AC415CB75}" dt="2025-12-20T11:29:42.529" v="2429"/>
          <ac:spMkLst>
            <pc:docMk/>
            <pc:sldMk cId="856626268" sldId="301"/>
            <ac:spMk id="5" creationId="{70F2EEA1-E46F-5EDB-79AB-D1070C1710E1}"/>
          </ac:spMkLst>
        </pc:spChg>
        <pc:spChg chg="add del mod topLvl">
          <ac:chgData name="Sharanya D" userId="93b808fa8a59563a" providerId="LiveId" clId="{A2B72299-90BE-406F-BDDD-FE3AC415CB75}" dt="2025-12-20T11:36:48.790" v="2758" actId="164"/>
          <ac:spMkLst>
            <pc:docMk/>
            <pc:sldMk cId="856626268" sldId="301"/>
            <ac:spMk id="6" creationId="{8C2F74BD-BFB8-3B40-2BBE-403DC097A043}"/>
          </ac:spMkLst>
        </pc:spChg>
        <pc:spChg chg="add del mod">
          <ac:chgData name="Sharanya D" userId="93b808fa8a59563a" providerId="LiveId" clId="{A2B72299-90BE-406F-BDDD-FE3AC415CB75}" dt="2025-12-20T11:29:55.341" v="2432" actId="478"/>
          <ac:spMkLst>
            <pc:docMk/>
            <pc:sldMk cId="856626268" sldId="301"/>
            <ac:spMk id="7" creationId="{C021FEF1-8D06-77E8-45AF-B0A9CACEB732}"/>
          </ac:spMkLst>
        </pc:spChg>
        <pc:spChg chg="add del mod topLvl">
          <ac:chgData name="Sharanya D" userId="93b808fa8a59563a" providerId="LiveId" clId="{A2B72299-90BE-406F-BDDD-FE3AC415CB75}" dt="2025-12-20T11:36:48.790" v="2758" actId="164"/>
          <ac:spMkLst>
            <pc:docMk/>
            <pc:sldMk cId="856626268" sldId="301"/>
            <ac:spMk id="8" creationId="{971BDEFB-3D5B-1983-06BF-7072601BCFC0}"/>
          </ac:spMkLst>
        </pc:spChg>
        <pc:spChg chg="mod topLvl">
          <ac:chgData name="Sharanya D" userId="93b808fa8a59563a" providerId="LiveId" clId="{A2B72299-90BE-406F-BDDD-FE3AC415CB75}" dt="2025-12-20T11:37:27.093" v="2760" actId="164"/>
          <ac:spMkLst>
            <pc:docMk/>
            <pc:sldMk cId="856626268" sldId="301"/>
            <ac:spMk id="11" creationId="{85A85B25-4CF0-69E7-3D8F-B2EF30D043F9}"/>
          </ac:spMkLst>
        </pc:spChg>
        <pc:spChg chg="mod topLvl">
          <ac:chgData name="Sharanya D" userId="93b808fa8a59563a" providerId="LiveId" clId="{A2B72299-90BE-406F-BDDD-FE3AC415CB75}" dt="2025-12-20T11:37:27.093" v="2760" actId="164"/>
          <ac:spMkLst>
            <pc:docMk/>
            <pc:sldMk cId="856626268" sldId="301"/>
            <ac:spMk id="12" creationId="{C7761431-BD5D-31CF-2970-8AE200C822DE}"/>
          </ac:spMkLst>
        </pc:spChg>
        <pc:spChg chg="mod topLvl">
          <ac:chgData name="Sharanya D" userId="93b808fa8a59563a" providerId="LiveId" clId="{A2B72299-90BE-406F-BDDD-FE3AC415CB75}" dt="2025-12-20T11:37:34.625" v="2761" actId="164"/>
          <ac:spMkLst>
            <pc:docMk/>
            <pc:sldMk cId="856626268" sldId="301"/>
            <ac:spMk id="14" creationId="{1690C86B-450C-5E43-ADBA-E5DBE528AAEE}"/>
          </ac:spMkLst>
        </pc:spChg>
        <pc:spChg chg="mod topLvl">
          <ac:chgData name="Sharanya D" userId="93b808fa8a59563a" providerId="LiveId" clId="{A2B72299-90BE-406F-BDDD-FE3AC415CB75}" dt="2025-12-20T11:37:34.625" v="2761" actId="164"/>
          <ac:spMkLst>
            <pc:docMk/>
            <pc:sldMk cId="856626268" sldId="301"/>
            <ac:spMk id="15" creationId="{34256284-0540-4ACA-47D3-719D3A37BCED}"/>
          </ac:spMkLst>
        </pc:spChg>
        <pc:spChg chg="mod topLvl">
          <ac:chgData name="Sharanya D" userId="93b808fa8a59563a" providerId="LiveId" clId="{A2B72299-90BE-406F-BDDD-FE3AC415CB75}" dt="2025-12-20T11:37:38.494" v="2762" actId="164"/>
          <ac:spMkLst>
            <pc:docMk/>
            <pc:sldMk cId="856626268" sldId="301"/>
            <ac:spMk id="17" creationId="{B8E29D6B-645B-706B-AB43-9D8537E889BD}"/>
          </ac:spMkLst>
        </pc:spChg>
        <pc:spChg chg="mod topLvl">
          <ac:chgData name="Sharanya D" userId="93b808fa8a59563a" providerId="LiveId" clId="{A2B72299-90BE-406F-BDDD-FE3AC415CB75}" dt="2025-12-20T11:37:38.494" v="2762" actId="164"/>
          <ac:spMkLst>
            <pc:docMk/>
            <pc:sldMk cId="856626268" sldId="301"/>
            <ac:spMk id="18" creationId="{5A485617-E4C5-7D44-22D0-85362448478D}"/>
          </ac:spMkLst>
        </pc:spChg>
        <pc:spChg chg="mod topLvl">
          <ac:chgData name="Sharanya D" userId="93b808fa8a59563a" providerId="LiveId" clId="{A2B72299-90BE-406F-BDDD-FE3AC415CB75}" dt="2025-12-20T11:37:44.567" v="2763" actId="164"/>
          <ac:spMkLst>
            <pc:docMk/>
            <pc:sldMk cId="856626268" sldId="301"/>
            <ac:spMk id="20" creationId="{946A27BC-FE4F-7CAC-080F-4C994AD483DD}"/>
          </ac:spMkLst>
        </pc:spChg>
        <pc:spChg chg="mod topLvl">
          <ac:chgData name="Sharanya D" userId="93b808fa8a59563a" providerId="LiveId" clId="{A2B72299-90BE-406F-BDDD-FE3AC415CB75}" dt="2025-12-20T11:37:44.567" v="2763" actId="164"/>
          <ac:spMkLst>
            <pc:docMk/>
            <pc:sldMk cId="856626268" sldId="301"/>
            <ac:spMk id="21" creationId="{0B924C71-4EEE-B178-61E9-4BB0FDD1094B}"/>
          </ac:spMkLst>
        </pc:spChg>
        <pc:spChg chg="mod topLvl">
          <ac:chgData name="Sharanya D" userId="93b808fa8a59563a" providerId="LiveId" clId="{A2B72299-90BE-406F-BDDD-FE3AC415CB75}" dt="2025-12-20T11:38:08.356" v="2768" actId="14861"/>
          <ac:spMkLst>
            <pc:docMk/>
            <pc:sldMk cId="856626268" sldId="301"/>
            <ac:spMk id="23" creationId="{24A25E1C-B770-3D47-13F7-CD6F03277B8D}"/>
          </ac:spMkLst>
        </pc:spChg>
        <pc:spChg chg="mod topLvl">
          <ac:chgData name="Sharanya D" userId="93b808fa8a59563a" providerId="LiveId" clId="{A2B72299-90BE-406F-BDDD-FE3AC415CB75}" dt="2025-12-20T11:37:57.081" v="2766" actId="207"/>
          <ac:spMkLst>
            <pc:docMk/>
            <pc:sldMk cId="856626268" sldId="301"/>
            <ac:spMk id="24" creationId="{32F04E12-ADC7-9E6C-2AF0-5E7621D65C93}"/>
          </ac:spMkLst>
        </pc:spChg>
        <pc:spChg chg="add mod">
          <ac:chgData name="Sharanya D" userId="93b808fa8a59563a" providerId="LiveId" clId="{A2B72299-90BE-406F-BDDD-FE3AC415CB75}" dt="2025-12-20T11:56:24.817" v="2898" actId="164"/>
          <ac:spMkLst>
            <pc:docMk/>
            <pc:sldMk cId="856626268" sldId="301"/>
            <ac:spMk id="33" creationId="{01154D3F-FD6C-0DCE-E5F1-1C7F58E1B7E0}"/>
          </ac:spMkLst>
        </pc:spChg>
        <pc:spChg chg="add mod">
          <ac:chgData name="Sharanya D" userId="93b808fa8a59563a" providerId="LiveId" clId="{A2B72299-90BE-406F-BDDD-FE3AC415CB75}" dt="2025-12-20T11:56:46.408" v="2903" actId="164"/>
          <ac:spMkLst>
            <pc:docMk/>
            <pc:sldMk cId="856626268" sldId="301"/>
            <ac:spMk id="35" creationId="{E563B800-8884-5508-30C9-31F25F92907E}"/>
          </ac:spMkLst>
        </pc:spChg>
        <pc:spChg chg="add del">
          <ac:chgData name="Sharanya D" userId="93b808fa8a59563a" providerId="LiveId" clId="{A2B72299-90BE-406F-BDDD-FE3AC415CB75}" dt="2025-12-20T11:43:18.913" v="2807" actId="22"/>
          <ac:spMkLst>
            <pc:docMk/>
            <pc:sldMk cId="856626268" sldId="301"/>
            <ac:spMk id="37" creationId="{1F78F8C5-C053-222A-8E17-9FFBA589541F}"/>
          </ac:spMkLst>
        </pc:spChg>
        <pc:spChg chg="add mod">
          <ac:chgData name="Sharanya D" userId="93b808fa8a59563a" providerId="LiveId" clId="{A2B72299-90BE-406F-BDDD-FE3AC415CB75}" dt="2025-12-20T11:56:43.110" v="2902" actId="164"/>
          <ac:spMkLst>
            <pc:docMk/>
            <pc:sldMk cId="856626268" sldId="301"/>
            <ac:spMk id="39" creationId="{B3F00460-D032-4441-E974-DB40F6D6AB46}"/>
          </ac:spMkLst>
        </pc:spChg>
        <pc:spChg chg="add mod">
          <ac:chgData name="Sharanya D" userId="93b808fa8a59563a" providerId="LiveId" clId="{A2B72299-90BE-406F-BDDD-FE3AC415CB75}" dt="2025-12-20T11:56:39.372" v="2901" actId="164"/>
          <ac:spMkLst>
            <pc:docMk/>
            <pc:sldMk cId="856626268" sldId="301"/>
            <ac:spMk id="41" creationId="{ACA3C7BE-4DC5-DE47-72D5-B918F27ED751}"/>
          </ac:spMkLst>
        </pc:spChg>
        <pc:spChg chg="add mod">
          <ac:chgData name="Sharanya D" userId="93b808fa8a59563a" providerId="LiveId" clId="{A2B72299-90BE-406F-BDDD-FE3AC415CB75}" dt="2025-12-20T11:56:35.507" v="2900" actId="164"/>
          <ac:spMkLst>
            <pc:docMk/>
            <pc:sldMk cId="856626268" sldId="301"/>
            <ac:spMk id="43" creationId="{14F8D72B-328F-B044-5BC7-1294D9A3ABAE}"/>
          </ac:spMkLst>
        </pc:spChg>
        <pc:spChg chg="add mod">
          <ac:chgData name="Sharanya D" userId="93b808fa8a59563a" providerId="LiveId" clId="{A2B72299-90BE-406F-BDDD-FE3AC415CB75}" dt="2025-12-20T11:56:29.305" v="2899" actId="164"/>
          <ac:spMkLst>
            <pc:docMk/>
            <pc:sldMk cId="856626268" sldId="301"/>
            <ac:spMk id="44" creationId="{A9DBC98D-DDB4-DB5A-5305-CFCFB5D4B5AC}"/>
          </ac:spMkLst>
        </pc:spChg>
        <pc:grpChg chg="add del mod">
          <ac:chgData name="Sharanya D" userId="93b808fa8a59563a" providerId="LiveId" clId="{A2B72299-90BE-406F-BDDD-FE3AC415CB75}" dt="2025-12-20T11:33:07.915" v="2466" actId="165"/>
          <ac:grpSpMkLst>
            <pc:docMk/>
            <pc:sldMk cId="856626268" sldId="301"/>
            <ac:grpSpMk id="9" creationId="{AAC98981-5EB4-E8B2-3208-F466A038C395}"/>
          </ac:grpSpMkLst>
        </pc:grpChg>
        <pc:grpChg chg="add del mod">
          <ac:chgData name="Sharanya D" userId="93b808fa8a59563a" providerId="LiveId" clId="{A2B72299-90BE-406F-BDDD-FE3AC415CB75}" dt="2025-12-20T11:33:17.163" v="2467" actId="165"/>
          <ac:grpSpMkLst>
            <pc:docMk/>
            <pc:sldMk cId="856626268" sldId="301"/>
            <ac:grpSpMk id="10" creationId="{8CAC6ED1-3017-A2F4-34DB-23D3A9038205}"/>
          </ac:grpSpMkLst>
        </pc:grpChg>
        <pc:grpChg chg="add del mod">
          <ac:chgData name="Sharanya D" userId="93b808fa8a59563a" providerId="LiveId" clId="{A2B72299-90BE-406F-BDDD-FE3AC415CB75}" dt="2025-12-20T11:33:22.177" v="2468" actId="165"/>
          <ac:grpSpMkLst>
            <pc:docMk/>
            <pc:sldMk cId="856626268" sldId="301"/>
            <ac:grpSpMk id="13" creationId="{82D49E97-3290-5118-F370-4B49AA73EE27}"/>
          </ac:grpSpMkLst>
        </pc:grpChg>
        <pc:grpChg chg="add del mod">
          <ac:chgData name="Sharanya D" userId="93b808fa8a59563a" providerId="LiveId" clId="{A2B72299-90BE-406F-BDDD-FE3AC415CB75}" dt="2025-12-20T11:33:26.671" v="2469" actId="165"/>
          <ac:grpSpMkLst>
            <pc:docMk/>
            <pc:sldMk cId="856626268" sldId="301"/>
            <ac:grpSpMk id="16" creationId="{EFBBDB48-9D7F-2FE2-A284-4AFBCF5D4A13}"/>
          </ac:grpSpMkLst>
        </pc:grpChg>
        <pc:grpChg chg="add del mod">
          <ac:chgData name="Sharanya D" userId="93b808fa8a59563a" providerId="LiveId" clId="{A2B72299-90BE-406F-BDDD-FE3AC415CB75}" dt="2025-12-20T11:33:34.176" v="2471" actId="165"/>
          <ac:grpSpMkLst>
            <pc:docMk/>
            <pc:sldMk cId="856626268" sldId="301"/>
            <ac:grpSpMk id="19" creationId="{F46EA2B0-020B-C3B3-F57B-F01C1BC7ECC9}"/>
          </ac:grpSpMkLst>
        </pc:grpChg>
        <pc:grpChg chg="add del mod">
          <ac:chgData name="Sharanya D" userId="93b808fa8a59563a" providerId="LiveId" clId="{A2B72299-90BE-406F-BDDD-FE3AC415CB75}" dt="2025-12-20T11:33:30.477" v="2470" actId="165"/>
          <ac:grpSpMkLst>
            <pc:docMk/>
            <pc:sldMk cId="856626268" sldId="301"/>
            <ac:grpSpMk id="22" creationId="{C7E1E534-B21B-2D7F-8785-0FD8E1DFCD8A}"/>
          </ac:grpSpMkLst>
        </pc:grpChg>
        <pc:grpChg chg="add mod">
          <ac:chgData name="Sharanya D" userId="93b808fa8a59563a" providerId="LiveId" clId="{A2B72299-90BE-406F-BDDD-FE3AC415CB75}" dt="2025-12-20T11:32:44.825" v="2464" actId="164"/>
          <ac:grpSpMkLst>
            <pc:docMk/>
            <pc:sldMk cId="856626268" sldId="301"/>
            <ac:grpSpMk id="25" creationId="{7A03B4B5-FD22-B6ED-F515-7CBCA91A8D4F}"/>
          </ac:grpSpMkLst>
        </pc:grpChg>
        <pc:grpChg chg="add mod">
          <ac:chgData name="Sharanya D" userId="93b808fa8a59563a" providerId="LiveId" clId="{A2B72299-90BE-406F-BDDD-FE3AC415CB75}" dt="2025-12-20T11:56:24.817" v="2898" actId="164"/>
          <ac:grpSpMkLst>
            <pc:docMk/>
            <pc:sldMk cId="856626268" sldId="301"/>
            <ac:grpSpMk id="26" creationId="{C1280A84-12FC-4278-A8E0-4F36B9555F3C}"/>
          </ac:grpSpMkLst>
        </pc:grpChg>
        <pc:grpChg chg="add mod">
          <ac:chgData name="Sharanya D" userId="93b808fa8a59563a" providerId="LiveId" clId="{A2B72299-90BE-406F-BDDD-FE3AC415CB75}" dt="2025-12-20T11:56:46.408" v="2903" actId="164"/>
          <ac:grpSpMkLst>
            <pc:docMk/>
            <pc:sldMk cId="856626268" sldId="301"/>
            <ac:grpSpMk id="27" creationId="{FF0C427F-9402-0C6E-3E61-AB28F80BD2D2}"/>
          </ac:grpSpMkLst>
        </pc:grpChg>
        <pc:grpChg chg="add mod">
          <ac:chgData name="Sharanya D" userId="93b808fa8a59563a" providerId="LiveId" clId="{A2B72299-90BE-406F-BDDD-FE3AC415CB75}" dt="2025-12-20T11:56:43.110" v="2902" actId="164"/>
          <ac:grpSpMkLst>
            <pc:docMk/>
            <pc:sldMk cId="856626268" sldId="301"/>
            <ac:grpSpMk id="28" creationId="{6ED47E00-0D77-DFB1-30DB-F537219008B7}"/>
          </ac:grpSpMkLst>
        </pc:grpChg>
        <pc:grpChg chg="add mod">
          <ac:chgData name="Sharanya D" userId="93b808fa8a59563a" providerId="LiveId" clId="{A2B72299-90BE-406F-BDDD-FE3AC415CB75}" dt="2025-12-20T11:56:39.372" v="2901" actId="164"/>
          <ac:grpSpMkLst>
            <pc:docMk/>
            <pc:sldMk cId="856626268" sldId="301"/>
            <ac:grpSpMk id="29" creationId="{0CE55862-C3A2-7CA8-19D9-36FF85C8210F}"/>
          </ac:grpSpMkLst>
        </pc:grpChg>
        <pc:grpChg chg="add mod">
          <ac:chgData name="Sharanya D" userId="93b808fa8a59563a" providerId="LiveId" clId="{A2B72299-90BE-406F-BDDD-FE3AC415CB75}" dt="2025-12-20T11:56:29.305" v="2899" actId="164"/>
          <ac:grpSpMkLst>
            <pc:docMk/>
            <pc:sldMk cId="856626268" sldId="301"/>
            <ac:grpSpMk id="30" creationId="{6AFEC9C7-3DA9-0094-DB3A-111DFFDC5AEF}"/>
          </ac:grpSpMkLst>
        </pc:grpChg>
        <pc:grpChg chg="add mod">
          <ac:chgData name="Sharanya D" userId="93b808fa8a59563a" providerId="LiveId" clId="{A2B72299-90BE-406F-BDDD-FE3AC415CB75}" dt="2025-12-20T11:56:35.507" v="2900" actId="164"/>
          <ac:grpSpMkLst>
            <pc:docMk/>
            <pc:sldMk cId="856626268" sldId="301"/>
            <ac:grpSpMk id="31" creationId="{0472A485-42CB-4034-B606-51D6EF739C82}"/>
          </ac:grpSpMkLst>
        </pc:grpChg>
        <pc:grpChg chg="add del mod">
          <ac:chgData name="Sharanya D" userId="93b808fa8a59563a" providerId="LiveId" clId="{A2B72299-90BE-406F-BDDD-FE3AC415CB75}" dt="2025-12-21T15:22:39.653" v="3437" actId="21"/>
          <ac:grpSpMkLst>
            <pc:docMk/>
            <pc:sldMk cId="856626268" sldId="301"/>
            <ac:grpSpMk id="59" creationId="{750AF92B-9915-1958-C13F-FE5A0A1F7DF8}"/>
          </ac:grpSpMkLst>
        </pc:grpChg>
        <pc:grpChg chg="add del mod">
          <ac:chgData name="Sharanya D" userId="93b808fa8a59563a" providerId="LiveId" clId="{A2B72299-90BE-406F-BDDD-FE3AC415CB75}" dt="2025-12-21T15:22:39.653" v="3437" actId="21"/>
          <ac:grpSpMkLst>
            <pc:docMk/>
            <pc:sldMk cId="856626268" sldId="301"/>
            <ac:grpSpMk id="60" creationId="{A47C65AB-267B-DD4A-366F-9F48568C8819}"/>
          </ac:grpSpMkLst>
        </pc:grpChg>
        <pc:grpChg chg="add del mod">
          <ac:chgData name="Sharanya D" userId="93b808fa8a59563a" providerId="LiveId" clId="{A2B72299-90BE-406F-BDDD-FE3AC415CB75}" dt="2025-12-21T15:22:39.653" v="3437" actId="21"/>
          <ac:grpSpMkLst>
            <pc:docMk/>
            <pc:sldMk cId="856626268" sldId="301"/>
            <ac:grpSpMk id="61" creationId="{21642179-3155-B87B-4DD6-E364FDF90D1B}"/>
          </ac:grpSpMkLst>
        </pc:grpChg>
        <pc:grpChg chg="add del mod">
          <ac:chgData name="Sharanya D" userId="93b808fa8a59563a" providerId="LiveId" clId="{A2B72299-90BE-406F-BDDD-FE3AC415CB75}" dt="2025-12-21T15:22:39.653" v="3437" actId="21"/>
          <ac:grpSpMkLst>
            <pc:docMk/>
            <pc:sldMk cId="856626268" sldId="301"/>
            <ac:grpSpMk id="62" creationId="{C247D068-FD40-5281-358D-CC278DDF2DB5}"/>
          </ac:grpSpMkLst>
        </pc:grpChg>
        <pc:grpChg chg="add del mod">
          <ac:chgData name="Sharanya D" userId="93b808fa8a59563a" providerId="LiveId" clId="{A2B72299-90BE-406F-BDDD-FE3AC415CB75}" dt="2025-12-21T15:22:39.653" v="3437" actId="21"/>
          <ac:grpSpMkLst>
            <pc:docMk/>
            <pc:sldMk cId="856626268" sldId="301"/>
            <ac:grpSpMk id="63" creationId="{F916B908-8020-874F-892E-99AC8B30496F}"/>
          </ac:grpSpMkLst>
        </pc:grpChg>
        <pc:grpChg chg="add del mod">
          <ac:chgData name="Sharanya D" userId="93b808fa8a59563a" providerId="LiveId" clId="{A2B72299-90BE-406F-BDDD-FE3AC415CB75}" dt="2025-12-21T15:22:39.653" v="3437" actId="21"/>
          <ac:grpSpMkLst>
            <pc:docMk/>
            <pc:sldMk cId="856626268" sldId="301"/>
            <ac:grpSpMk id="64" creationId="{8A26CABF-1C20-85C4-D23C-8324A5441B04}"/>
          </ac:grpSpMkLst>
        </pc:grpChg>
        <pc:picChg chg="add mod">
          <ac:chgData name="Sharanya D" userId="93b808fa8a59563a" providerId="LiveId" clId="{A2B72299-90BE-406F-BDDD-FE3AC415CB75}" dt="2025-12-20T11:56:46.408" v="2903" actId="164"/>
          <ac:picMkLst>
            <pc:docMk/>
            <pc:sldMk cId="856626268" sldId="301"/>
            <ac:picMk id="46" creationId="{E5AAB83B-5992-2CC6-ADAA-DA343ED646CE}"/>
          </ac:picMkLst>
        </pc:picChg>
        <pc:picChg chg="add mod">
          <ac:chgData name="Sharanya D" userId="93b808fa8a59563a" providerId="LiveId" clId="{A2B72299-90BE-406F-BDDD-FE3AC415CB75}" dt="2025-12-20T11:56:29.305" v="2899" actId="164"/>
          <ac:picMkLst>
            <pc:docMk/>
            <pc:sldMk cId="856626268" sldId="301"/>
            <ac:picMk id="48" creationId="{86198A89-92B1-66D0-35AB-608975EFC8B9}"/>
          </ac:picMkLst>
        </pc:picChg>
        <pc:picChg chg="add mod">
          <ac:chgData name="Sharanya D" userId="93b808fa8a59563a" providerId="LiveId" clId="{A2B72299-90BE-406F-BDDD-FE3AC415CB75}" dt="2025-12-20T11:56:24.817" v="2898" actId="164"/>
          <ac:picMkLst>
            <pc:docMk/>
            <pc:sldMk cId="856626268" sldId="301"/>
            <ac:picMk id="50" creationId="{8193F5A2-E73D-0724-31B4-4F01FEB7AD2C}"/>
          </ac:picMkLst>
        </pc:picChg>
        <pc:picChg chg="add mod">
          <ac:chgData name="Sharanya D" userId="93b808fa8a59563a" providerId="LiveId" clId="{A2B72299-90BE-406F-BDDD-FE3AC415CB75}" dt="2025-12-20T11:56:43.110" v="2902" actId="164"/>
          <ac:picMkLst>
            <pc:docMk/>
            <pc:sldMk cId="856626268" sldId="301"/>
            <ac:picMk id="52" creationId="{BB195928-B875-82E0-471B-7BB0EE2605C8}"/>
          </ac:picMkLst>
        </pc:picChg>
        <pc:picChg chg="add mod">
          <ac:chgData name="Sharanya D" userId="93b808fa8a59563a" providerId="LiveId" clId="{A2B72299-90BE-406F-BDDD-FE3AC415CB75}" dt="2025-12-20T11:56:39.372" v="2901" actId="164"/>
          <ac:picMkLst>
            <pc:docMk/>
            <pc:sldMk cId="856626268" sldId="301"/>
            <ac:picMk id="54" creationId="{245EDF96-7BF5-22C2-84F9-C2C37B776080}"/>
          </ac:picMkLst>
        </pc:picChg>
        <pc:picChg chg="add del mod">
          <ac:chgData name="Sharanya D" userId="93b808fa8a59563a" providerId="LiveId" clId="{A2B72299-90BE-406F-BDDD-FE3AC415CB75}" dt="2025-12-20T11:55:56.408" v="2892" actId="478"/>
          <ac:picMkLst>
            <pc:docMk/>
            <pc:sldMk cId="856626268" sldId="301"/>
            <ac:picMk id="56" creationId="{782C7DEC-3BEE-B26B-7C8C-404DE62C5BB3}"/>
          </ac:picMkLst>
        </pc:picChg>
        <pc:picChg chg="add mod">
          <ac:chgData name="Sharanya D" userId="93b808fa8a59563a" providerId="LiveId" clId="{A2B72299-90BE-406F-BDDD-FE3AC415CB75}" dt="2025-12-20T11:56:35.507" v="2900" actId="164"/>
          <ac:picMkLst>
            <pc:docMk/>
            <pc:sldMk cId="856626268" sldId="301"/>
            <ac:picMk id="58" creationId="{2E856EF5-3717-C651-3240-8B8DEBCEE5A3}"/>
          </ac:picMkLst>
        </pc:picChg>
      </pc:sldChg>
      <pc:sldChg chg="addSp delSp modSp new mod">
        <pc:chgData name="Sharanya D" userId="93b808fa8a59563a" providerId="LiveId" clId="{A2B72299-90BE-406F-BDDD-FE3AC415CB75}" dt="2025-12-21T15:11:28.529" v="3267" actId="5793"/>
        <pc:sldMkLst>
          <pc:docMk/>
          <pc:sldMk cId="3461047890" sldId="302"/>
        </pc:sldMkLst>
        <pc:spChg chg="del">
          <ac:chgData name="Sharanya D" userId="93b808fa8a59563a" providerId="LiveId" clId="{A2B72299-90BE-406F-BDDD-FE3AC415CB75}" dt="2025-12-21T14:49:00.253" v="2927" actId="478"/>
          <ac:spMkLst>
            <pc:docMk/>
            <pc:sldMk cId="3461047890" sldId="302"/>
            <ac:spMk id="2" creationId="{F20FBFD2-0672-27AA-B92E-AE80B5CCA680}"/>
          </ac:spMkLst>
        </pc:spChg>
        <pc:spChg chg="del">
          <ac:chgData name="Sharanya D" userId="93b808fa8a59563a" providerId="LiveId" clId="{A2B72299-90BE-406F-BDDD-FE3AC415CB75}" dt="2025-12-21T14:49:00.253" v="2927" actId="478"/>
          <ac:spMkLst>
            <pc:docMk/>
            <pc:sldMk cId="3461047890" sldId="302"/>
            <ac:spMk id="3" creationId="{DDEF0AD8-6DDB-F09E-4FCE-7C0CF2B34B45}"/>
          </ac:spMkLst>
        </pc:spChg>
        <pc:spChg chg="add mod">
          <ac:chgData name="Sharanya D" userId="93b808fa8a59563a" providerId="LiveId" clId="{A2B72299-90BE-406F-BDDD-FE3AC415CB75}" dt="2025-12-21T14:49:37.324" v="2932" actId="255"/>
          <ac:spMkLst>
            <pc:docMk/>
            <pc:sldMk cId="3461047890" sldId="302"/>
            <ac:spMk id="4" creationId="{5B328947-1D8D-1665-FCE9-40926D591BB9}"/>
          </ac:spMkLst>
        </pc:spChg>
        <pc:spChg chg="add del mod">
          <ac:chgData name="Sharanya D" userId="93b808fa8a59563a" providerId="LiveId" clId="{A2B72299-90BE-406F-BDDD-FE3AC415CB75}" dt="2025-12-21T14:50:18.108" v="2934" actId="478"/>
          <ac:spMkLst>
            <pc:docMk/>
            <pc:sldMk cId="3461047890" sldId="302"/>
            <ac:spMk id="5" creationId="{B584FA67-41CF-D1C6-F2BC-F38A485A1E2A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6" creationId="{B28A781C-EBD9-B871-BAD4-388891B8A1BB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7" creationId="{39B5D5DC-16E4-F905-3D4B-B3901275CC83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8" creationId="{400128D8-8B53-8CED-8B7F-075327825A44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9" creationId="{EE79D40F-799D-E469-DB32-720D0F6651D2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10" creationId="{24A8EC3A-64AB-4201-5918-798F3124B731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11" creationId="{7FF0B0EC-D8F8-4B5C-612C-2568D2DD5985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12" creationId="{09EF9A72-FCFC-9A28-E1DC-DE3A220D0FDB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13" creationId="{E05C3EE2-F39F-0DB3-F5F1-227BA8D2D05F}"/>
          </ac:spMkLst>
        </pc:spChg>
        <pc:spChg chg="add mod">
          <ac:chgData name="Sharanya D" userId="93b808fa8a59563a" providerId="LiveId" clId="{A2B72299-90BE-406F-BDDD-FE3AC415CB75}" dt="2025-12-21T14:50:19.274" v="2935"/>
          <ac:spMkLst>
            <pc:docMk/>
            <pc:sldMk cId="3461047890" sldId="302"/>
            <ac:spMk id="14" creationId="{120BA204-7568-C8E6-3DF4-1D3579203D20}"/>
          </ac:spMkLst>
        </pc:spChg>
        <pc:spChg chg="add mod">
          <ac:chgData name="Sharanya D" userId="93b808fa8a59563a" providerId="LiveId" clId="{A2B72299-90BE-406F-BDDD-FE3AC415CB75}" dt="2025-12-21T15:11:28.529" v="3267" actId="5793"/>
          <ac:spMkLst>
            <pc:docMk/>
            <pc:sldMk cId="3461047890" sldId="302"/>
            <ac:spMk id="18" creationId="{482CA735-ABC4-C242-D937-23015B576CE6}"/>
          </ac:spMkLst>
        </pc:spChg>
        <pc:picChg chg="add del mod">
          <ac:chgData name="Sharanya D" userId="93b808fa8a59563a" providerId="LiveId" clId="{A2B72299-90BE-406F-BDDD-FE3AC415CB75}" dt="2025-12-21T15:00:46.798" v="3105" actId="22"/>
          <ac:picMkLst>
            <pc:docMk/>
            <pc:sldMk cId="3461047890" sldId="302"/>
            <ac:picMk id="16" creationId="{7C024736-7C2D-DEC0-6313-968670C97E9B}"/>
          </ac:picMkLst>
        </pc:picChg>
        <pc:picChg chg="add mod">
          <ac:chgData name="Sharanya D" userId="93b808fa8a59563a" providerId="LiveId" clId="{A2B72299-90BE-406F-BDDD-FE3AC415CB75}" dt="2025-12-21T15:03:12.879" v="3151" actId="14100"/>
          <ac:picMkLst>
            <pc:docMk/>
            <pc:sldMk cId="3461047890" sldId="302"/>
            <ac:picMk id="20" creationId="{053A726C-FDB0-9155-2C18-04AA9ADA5CFD}"/>
          </ac:picMkLst>
        </pc:picChg>
        <pc:picChg chg="add mod">
          <ac:chgData name="Sharanya D" userId="93b808fa8a59563a" providerId="LiveId" clId="{A2B72299-90BE-406F-BDDD-FE3AC415CB75}" dt="2025-12-21T15:03:07.293" v="3150" actId="1076"/>
          <ac:picMkLst>
            <pc:docMk/>
            <pc:sldMk cId="3461047890" sldId="302"/>
            <ac:picMk id="22" creationId="{554E65D0-7513-1DE9-91EA-9A1581D41FD7}"/>
          </ac:picMkLst>
        </pc:picChg>
      </pc:sldChg>
      <pc:sldChg chg="addSp delSp modSp add mod">
        <pc:chgData name="Sharanya D" userId="93b808fa8a59563a" providerId="LiveId" clId="{A2B72299-90BE-406F-BDDD-FE3AC415CB75}" dt="2025-12-21T15:16:56.926" v="3348" actId="12"/>
        <pc:sldMkLst>
          <pc:docMk/>
          <pc:sldMk cId="79585143" sldId="303"/>
        </pc:sldMkLst>
        <pc:spChg chg="mod">
          <ac:chgData name="Sharanya D" userId="93b808fa8a59563a" providerId="LiveId" clId="{A2B72299-90BE-406F-BDDD-FE3AC415CB75}" dt="2025-12-21T15:06:16.763" v="3160" actId="207"/>
          <ac:spMkLst>
            <pc:docMk/>
            <pc:sldMk cId="79585143" sldId="303"/>
            <ac:spMk id="9" creationId="{6A17379C-08FE-9AEA-CAE8-563E51D8A757}"/>
          </ac:spMkLst>
        </pc:spChg>
        <pc:spChg chg="add mod">
          <ac:chgData name="Sharanya D" userId="93b808fa8a59563a" providerId="LiveId" clId="{A2B72299-90BE-406F-BDDD-FE3AC415CB75}" dt="2025-12-21T15:16:56.926" v="3348" actId="12"/>
          <ac:spMkLst>
            <pc:docMk/>
            <pc:sldMk cId="79585143" sldId="303"/>
            <ac:spMk id="15" creationId="{DB2E6B1E-9D97-21D7-2BDC-FA5907F3CF6B}"/>
          </ac:spMkLst>
        </pc:spChg>
        <pc:spChg chg="mod">
          <ac:chgData name="Sharanya D" userId="93b808fa8a59563a" providerId="LiveId" clId="{A2B72299-90BE-406F-BDDD-FE3AC415CB75}" dt="2025-12-21T15:06:37.162" v="3197" actId="5793"/>
          <ac:spMkLst>
            <pc:docMk/>
            <pc:sldMk cId="79585143" sldId="303"/>
            <ac:spMk id="18" creationId="{34157747-5F20-EDDA-41FD-06698BA63190}"/>
          </ac:spMkLst>
        </pc:spChg>
        <pc:picChg chg="add mod">
          <ac:chgData name="Sharanya D" userId="93b808fa8a59563a" providerId="LiveId" clId="{A2B72299-90BE-406F-BDDD-FE3AC415CB75}" dt="2025-12-21T15:07:56.730" v="3199" actId="1076"/>
          <ac:picMkLst>
            <pc:docMk/>
            <pc:sldMk cId="79585143" sldId="303"/>
            <ac:picMk id="3" creationId="{F8E1BA59-17B8-D8CF-0BCB-BE07A2DCBF09}"/>
          </ac:picMkLst>
        </pc:picChg>
        <pc:picChg chg="del">
          <ac:chgData name="Sharanya D" userId="93b808fa8a59563a" providerId="LiveId" clId="{A2B72299-90BE-406F-BDDD-FE3AC415CB75}" dt="2025-12-21T15:06:23.595" v="3162" actId="478"/>
          <ac:picMkLst>
            <pc:docMk/>
            <pc:sldMk cId="79585143" sldId="303"/>
            <ac:picMk id="20" creationId="{6E07188D-FFD0-19C8-DE43-C41E10CCA821}"/>
          </ac:picMkLst>
        </pc:picChg>
        <pc:picChg chg="del">
          <ac:chgData name="Sharanya D" userId="93b808fa8a59563a" providerId="LiveId" clId="{A2B72299-90BE-406F-BDDD-FE3AC415CB75}" dt="2025-12-21T15:06:25.252" v="3163" actId="478"/>
          <ac:picMkLst>
            <pc:docMk/>
            <pc:sldMk cId="79585143" sldId="303"/>
            <ac:picMk id="22" creationId="{0F99A907-9B47-3253-6809-CB0E4D62978A}"/>
          </ac:picMkLst>
        </pc:picChg>
      </pc:sldChg>
      <pc:sldChg chg="addSp delSp modSp add mod">
        <pc:chgData name="Sharanya D" userId="93b808fa8a59563a" providerId="LiveId" clId="{A2B72299-90BE-406F-BDDD-FE3AC415CB75}" dt="2025-12-21T15:16:49.783" v="3347" actId="12"/>
        <pc:sldMkLst>
          <pc:docMk/>
          <pc:sldMk cId="1969526483" sldId="304"/>
        </pc:sldMkLst>
        <pc:spChg chg="mod">
          <ac:chgData name="Sharanya D" userId="93b808fa8a59563a" providerId="LiveId" clId="{A2B72299-90BE-406F-BDDD-FE3AC415CB75}" dt="2025-12-21T15:09:25.803" v="3226" actId="207"/>
          <ac:spMkLst>
            <pc:docMk/>
            <pc:sldMk cId="1969526483" sldId="304"/>
            <ac:spMk id="8" creationId="{47DDE19C-D5BC-E269-2F93-9C9F8591532B}"/>
          </ac:spMkLst>
        </pc:spChg>
        <pc:spChg chg="del mod">
          <ac:chgData name="Sharanya D" userId="93b808fa8a59563a" providerId="LiveId" clId="{A2B72299-90BE-406F-BDDD-FE3AC415CB75}" dt="2025-12-21T15:10:54.333" v="3250" actId="478"/>
          <ac:spMkLst>
            <pc:docMk/>
            <pc:sldMk cId="1969526483" sldId="304"/>
            <ac:spMk id="15" creationId="{DD3F1525-5526-CAD4-33B3-1149981B9342}"/>
          </ac:spMkLst>
        </pc:spChg>
        <pc:spChg chg="add">
          <ac:chgData name="Sharanya D" userId="93b808fa8a59563a" providerId="LiveId" clId="{A2B72299-90BE-406F-BDDD-FE3AC415CB75}" dt="2025-12-21T15:10:38.816" v="3246"/>
          <ac:spMkLst>
            <pc:docMk/>
            <pc:sldMk cId="1969526483" sldId="304"/>
            <ac:spMk id="16" creationId="{F1510742-5E74-5A12-75A4-658A2DEE7E35}"/>
          </ac:spMkLst>
        </pc:spChg>
        <pc:spChg chg="add">
          <ac:chgData name="Sharanya D" userId="93b808fa8a59563a" providerId="LiveId" clId="{A2B72299-90BE-406F-BDDD-FE3AC415CB75}" dt="2025-12-21T15:10:42.521" v="3247"/>
          <ac:spMkLst>
            <pc:docMk/>
            <pc:sldMk cId="1969526483" sldId="304"/>
            <ac:spMk id="17" creationId="{87D6772F-04D2-3264-552A-EAF31573E3A8}"/>
          </ac:spMkLst>
        </pc:spChg>
        <pc:spChg chg="add">
          <ac:chgData name="Sharanya D" userId="93b808fa8a59563a" providerId="LiveId" clId="{A2B72299-90BE-406F-BDDD-FE3AC415CB75}" dt="2025-12-21T15:10:49.705" v="3249"/>
          <ac:spMkLst>
            <pc:docMk/>
            <pc:sldMk cId="1969526483" sldId="304"/>
            <ac:spMk id="19" creationId="{F498221D-D718-7C74-13E5-DE64FEC23C1D}"/>
          </ac:spMkLst>
        </pc:spChg>
        <pc:spChg chg="add mod">
          <ac:chgData name="Sharanya D" userId="93b808fa8a59563a" providerId="LiveId" clId="{A2B72299-90BE-406F-BDDD-FE3AC415CB75}" dt="2025-12-21T15:16:49.783" v="3347" actId="12"/>
          <ac:spMkLst>
            <pc:docMk/>
            <pc:sldMk cId="1969526483" sldId="304"/>
            <ac:spMk id="21" creationId="{162D3A16-B244-87A3-BF27-638E87DC2642}"/>
          </ac:spMkLst>
        </pc:spChg>
        <pc:picChg chg="del">
          <ac:chgData name="Sharanya D" userId="93b808fa8a59563a" providerId="LiveId" clId="{A2B72299-90BE-406F-BDDD-FE3AC415CB75}" dt="2025-12-21T15:10:02.887" v="3241" actId="478"/>
          <ac:picMkLst>
            <pc:docMk/>
            <pc:sldMk cId="1969526483" sldId="304"/>
            <ac:picMk id="3" creationId="{E541DDE7-5C2D-E95E-E88A-730A9061D5FA}"/>
          </ac:picMkLst>
        </pc:picChg>
        <pc:picChg chg="add mod">
          <ac:chgData name="Sharanya D" userId="93b808fa8a59563a" providerId="LiveId" clId="{A2B72299-90BE-406F-BDDD-FE3AC415CB75}" dt="2025-12-21T15:10:06.939" v="3243" actId="1076"/>
          <ac:picMkLst>
            <pc:docMk/>
            <pc:sldMk cId="1969526483" sldId="304"/>
            <ac:picMk id="5" creationId="{58EED172-973D-CBDF-EB4B-62F322F60213}"/>
          </ac:picMkLst>
        </pc:picChg>
      </pc:sldChg>
      <pc:sldChg chg="addSp delSp modSp add mod">
        <pc:chgData name="Sharanya D" userId="93b808fa8a59563a" providerId="LiveId" clId="{A2B72299-90BE-406F-BDDD-FE3AC415CB75}" dt="2025-12-21T15:16:44.582" v="3346" actId="12"/>
        <pc:sldMkLst>
          <pc:docMk/>
          <pc:sldMk cId="1256144157" sldId="305"/>
        </pc:sldMkLst>
        <pc:spChg chg="add mod">
          <ac:chgData name="Sharanya D" userId="93b808fa8a59563a" providerId="LiveId" clId="{A2B72299-90BE-406F-BDDD-FE3AC415CB75}" dt="2025-12-21T15:16:44.582" v="3346" actId="12"/>
          <ac:spMkLst>
            <pc:docMk/>
            <pc:sldMk cId="1256144157" sldId="305"/>
            <ac:spMk id="3" creationId="{BFD2DD65-6FC9-4600-EF6B-E95DD5B00D4D}"/>
          </ac:spMkLst>
        </pc:spChg>
        <pc:spChg chg="mod">
          <ac:chgData name="Sharanya D" userId="93b808fa8a59563a" providerId="LiveId" clId="{A2B72299-90BE-406F-BDDD-FE3AC415CB75}" dt="2025-12-21T15:12:09.755" v="3275" actId="207"/>
          <ac:spMkLst>
            <pc:docMk/>
            <pc:sldMk cId="1256144157" sldId="305"/>
            <ac:spMk id="7" creationId="{8D332B73-98B1-CC77-F83C-AEB23C81406D}"/>
          </ac:spMkLst>
        </pc:spChg>
        <pc:spChg chg="del">
          <ac:chgData name="Sharanya D" userId="93b808fa8a59563a" providerId="LiveId" clId="{A2B72299-90BE-406F-BDDD-FE3AC415CB75}" dt="2025-12-21T15:12:14.760" v="3276" actId="478"/>
          <ac:spMkLst>
            <pc:docMk/>
            <pc:sldMk cId="1256144157" sldId="305"/>
            <ac:spMk id="21" creationId="{DBB2AF9B-EF2F-CB5F-F4A7-81E75140185F}"/>
          </ac:spMkLst>
        </pc:spChg>
        <pc:picChg chg="del">
          <ac:chgData name="Sharanya D" userId="93b808fa8a59563a" providerId="LiveId" clId="{A2B72299-90BE-406F-BDDD-FE3AC415CB75}" dt="2025-12-21T15:12:16.528" v="3277" actId="478"/>
          <ac:picMkLst>
            <pc:docMk/>
            <pc:sldMk cId="1256144157" sldId="305"/>
            <ac:picMk id="5" creationId="{0973DDAD-C736-FF20-D3DE-3548450BA516}"/>
          </ac:picMkLst>
        </pc:picChg>
        <pc:picChg chg="add mod">
          <ac:chgData name="Sharanya D" userId="93b808fa8a59563a" providerId="LiveId" clId="{A2B72299-90BE-406F-BDDD-FE3AC415CB75}" dt="2025-12-21T15:14:00.761" v="3297" actId="1076"/>
          <ac:picMkLst>
            <pc:docMk/>
            <pc:sldMk cId="1256144157" sldId="305"/>
            <ac:picMk id="16" creationId="{61ADC04A-AD25-0F4E-528A-B3A61513384C}"/>
          </ac:picMkLst>
        </pc:picChg>
      </pc:sldChg>
      <pc:sldChg chg="addSp delSp modSp add mod">
        <pc:chgData name="Sharanya D" userId="93b808fa8a59563a" providerId="LiveId" clId="{A2B72299-90BE-406F-BDDD-FE3AC415CB75}" dt="2025-12-21T15:16:35.463" v="3343" actId="12"/>
        <pc:sldMkLst>
          <pc:docMk/>
          <pc:sldMk cId="3555207399" sldId="306"/>
        </pc:sldMkLst>
        <pc:spChg chg="del mod">
          <ac:chgData name="Sharanya D" userId="93b808fa8a59563a" providerId="LiveId" clId="{A2B72299-90BE-406F-BDDD-FE3AC415CB75}" dt="2025-12-21T15:14:15.619" v="3302"/>
          <ac:spMkLst>
            <pc:docMk/>
            <pc:sldMk cId="3555207399" sldId="306"/>
            <ac:spMk id="3" creationId="{01B39C03-7FE2-CC04-FDD3-57180DCFAB2C}"/>
          </ac:spMkLst>
        </pc:spChg>
        <pc:spChg chg="mod">
          <ac:chgData name="Sharanya D" userId="93b808fa8a59563a" providerId="LiveId" clId="{A2B72299-90BE-406F-BDDD-FE3AC415CB75}" dt="2025-12-21T15:14:48.285" v="3306" actId="1076"/>
          <ac:spMkLst>
            <pc:docMk/>
            <pc:sldMk cId="3555207399" sldId="306"/>
            <ac:spMk id="6" creationId="{7706842D-1E3D-D36B-09ED-FA39F193810F}"/>
          </ac:spMkLst>
        </pc:spChg>
        <pc:spChg chg="mod">
          <ac:chgData name="Sharanya D" userId="93b808fa8a59563a" providerId="LiveId" clId="{A2B72299-90BE-406F-BDDD-FE3AC415CB75}" dt="2025-12-21T15:15:03.182" v="3307" actId="207"/>
          <ac:spMkLst>
            <pc:docMk/>
            <pc:sldMk cId="3555207399" sldId="306"/>
            <ac:spMk id="10" creationId="{86F66952-8884-9CEA-031B-51B28DC69528}"/>
          </ac:spMkLst>
        </pc:spChg>
        <pc:spChg chg="add mod">
          <ac:chgData name="Sharanya D" userId="93b808fa8a59563a" providerId="LiveId" clId="{A2B72299-90BE-406F-BDDD-FE3AC415CB75}" dt="2025-12-21T15:16:35.463" v="3343" actId="12"/>
          <ac:spMkLst>
            <pc:docMk/>
            <pc:sldMk cId="3555207399" sldId="306"/>
            <ac:spMk id="17" creationId="{390AF40A-AD99-0833-4422-F3D28C43CE93}"/>
          </ac:spMkLst>
        </pc:spChg>
        <pc:spChg chg="del">
          <ac:chgData name="Sharanya D" userId="93b808fa8a59563a" providerId="LiveId" clId="{A2B72299-90BE-406F-BDDD-FE3AC415CB75}" dt="2025-12-21T15:14:15.619" v="3300" actId="478"/>
          <ac:spMkLst>
            <pc:docMk/>
            <pc:sldMk cId="3555207399" sldId="306"/>
            <ac:spMk id="18" creationId="{5839A616-8B98-060B-2675-34D396EE9DC9}"/>
          </ac:spMkLst>
        </pc:spChg>
        <pc:picChg chg="add mod">
          <ac:chgData name="Sharanya D" userId="93b808fa8a59563a" providerId="LiveId" clId="{A2B72299-90BE-406F-BDDD-FE3AC415CB75}" dt="2025-12-21T15:15:32.529" v="3309" actId="1076"/>
          <ac:picMkLst>
            <pc:docMk/>
            <pc:sldMk cId="3555207399" sldId="306"/>
            <ac:picMk id="5" creationId="{66E8B54C-DFF3-2908-899F-7533709F6872}"/>
          </ac:picMkLst>
        </pc:picChg>
        <pc:picChg chg="del">
          <ac:chgData name="Sharanya D" userId="93b808fa8a59563a" providerId="LiveId" clId="{A2B72299-90BE-406F-BDDD-FE3AC415CB75}" dt="2025-12-21T15:14:17.741" v="3303" actId="478"/>
          <ac:picMkLst>
            <pc:docMk/>
            <pc:sldMk cId="3555207399" sldId="306"/>
            <ac:picMk id="16" creationId="{B8D26768-AC54-D038-F1C5-9F205A59C97F}"/>
          </ac:picMkLst>
        </pc:picChg>
      </pc:sldChg>
      <pc:sldChg chg="addSp delSp modSp add mod">
        <pc:chgData name="Sharanya D" userId="93b808fa8a59563a" providerId="LiveId" clId="{A2B72299-90BE-406F-BDDD-FE3AC415CB75}" dt="2025-12-21T15:18:37.827" v="3376" actId="20577"/>
        <pc:sldMkLst>
          <pc:docMk/>
          <pc:sldMk cId="4184602271" sldId="307"/>
        </pc:sldMkLst>
        <pc:spChg chg="mod">
          <ac:chgData name="Sharanya D" userId="93b808fa8a59563a" providerId="LiveId" clId="{A2B72299-90BE-406F-BDDD-FE3AC415CB75}" dt="2025-12-21T15:17:26.014" v="3352" actId="1076"/>
          <ac:spMkLst>
            <pc:docMk/>
            <pc:sldMk cId="4184602271" sldId="307"/>
            <ac:spMk id="6" creationId="{5330C706-938B-7A73-E0C0-A90BF38D79F6}"/>
          </ac:spMkLst>
        </pc:spChg>
        <pc:spChg chg="mod">
          <ac:chgData name="Sharanya D" userId="93b808fa8a59563a" providerId="LiveId" clId="{A2B72299-90BE-406F-BDDD-FE3AC415CB75}" dt="2025-12-21T15:17:32.132" v="3353" actId="207"/>
          <ac:spMkLst>
            <pc:docMk/>
            <pc:sldMk cId="4184602271" sldId="307"/>
            <ac:spMk id="11" creationId="{B20AA040-4BC6-E8F3-90F4-0911701A4DED}"/>
          </ac:spMkLst>
        </pc:spChg>
        <pc:spChg chg="add mod">
          <ac:chgData name="Sharanya D" userId="93b808fa8a59563a" providerId="LiveId" clId="{A2B72299-90BE-406F-BDDD-FE3AC415CB75}" dt="2025-12-21T15:18:37.827" v="3376" actId="20577"/>
          <ac:spMkLst>
            <pc:docMk/>
            <pc:sldMk cId="4184602271" sldId="307"/>
            <ac:spMk id="16" creationId="{8D2590EF-B1A4-C722-8D3D-EF70972DC32C}"/>
          </ac:spMkLst>
        </pc:spChg>
        <pc:spChg chg="del">
          <ac:chgData name="Sharanya D" userId="93b808fa8a59563a" providerId="LiveId" clId="{A2B72299-90BE-406F-BDDD-FE3AC415CB75}" dt="2025-12-21T15:17:17.513" v="3351" actId="478"/>
          <ac:spMkLst>
            <pc:docMk/>
            <pc:sldMk cId="4184602271" sldId="307"/>
            <ac:spMk id="17" creationId="{46389B2A-04D2-CF88-434F-668D8D4077DF}"/>
          </ac:spMkLst>
        </pc:spChg>
        <pc:picChg chg="add mod">
          <ac:chgData name="Sharanya D" userId="93b808fa8a59563a" providerId="LiveId" clId="{A2B72299-90BE-406F-BDDD-FE3AC415CB75}" dt="2025-12-21T15:17:59.617" v="3355" actId="1076"/>
          <ac:picMkLst>
            <pc:docMk/>
            <pc:sldMk cId="4184602271" sldId="307"/>
            <ac:picMk id="3" creationId="{EC573DCC-F6E9-C036-A272-7BEFD8EA361B}"/>
          </ac:picMkLst>
        </pc:picChg>
        <pc:picChg chg="del">
          <ac:chgData name="Sharanya D" userId="93b808fa8a59563a" providerId="LiveId" clId="{A2B72299-90BE-406F-BDDD-FE3AC415CB75}" dt="2025-12-21T15:17:15.829" v="3350" actId="478"/>
          <ac:picMkLst>
            <pc:docMk/>
            <pc:sldMk cId="4184602271" sldId="307"/>
            <ac:picMk id="5" creationId="{FC573BA5-21D9-B463-ADCB-DF04A3E07500}"/>
          </ac:picMkLst>
        </pc:picChg>
      </pc:sldChg>
      <pc:sldChg chg="addSp delSp modSp add mod">
        <pc:chgData name="Sharanya D" userId="93b808fa8a59563a" providerId="LiveId" clId="{A2B72299-90BE-406F-BDDD-FE3AC415CB75}" dt="2025-12-21T15:20:47.650" v="3410" actId="2710"/>
        <pc:sldMkLst>
          <pc:docMk/>
          <pc:sldMk cId="3713798269" sldId="308"/>
        </pc:sldMkLst>
        <pc:spChg chg="add del">
          <ac:chgData name="Sharanya D" userId="93b808fa8a59563a" providerId="LiveId" clId="{A2B72299-90BE-406F-BDDD-FE3AC415CB75}" dt="2025-12-21T15:19:28.361" v="3383" actId="22"/>
          <ac:spMkLst>
            <pc:docMk/>
            <pc:sldMk cId="3713798269" sldId="308"/>
            <ac:spMk id="5" creationId="{45002A48-D287-A021-F002-93C550343F14}"/>
          </ac:spMkLst>
        </pc:spChg>
        <pc:spChg chg="mod">
          <ac:chgData name="Sharanya D" userId="93b808fa8a59563a" providerId="LiveId" clId="{A2B72299-90BE-406F-BDDD-FE3AC415CB75}" dt="2025-12-21T15:19:03.457" v="3381" actId="207"/>
          <ac:spMkLst>
            <pc:docMk/>
            <pc:sldMk cId="3713798269" sldId="308"/>
            <ac:spMk id="12" creationId="{01A754A4-85CE-319C-17B6-397671B9C33A}"/>
          </ac:spMkLst>
        </pc:spChg>
        <pc:spChg chg="del mod">
          <ac:chgData name="Sharanya D" userId="93b808fa8a59563a" providerId="LiveId" clId="{A2B72299-90BE-406F-BDDD-FE3AC415CB75}" dt="2025-12-21T15:18:54.095" v="3380" actId="478"/>
          <ac:spMkLst>
            <pc:docMk/>
            <pc:sldMk cId="3713798269" sldId="308"/>
            <ac:spMk id="16" creationId="{53A20F92-D8F0-9662-907A-FA12BA7343CB}"/>
          </ac:spMkLst>
        </pc:spChg>
        <pc:spChg chg="add mod">
          <ac:chgData name="Sharanya D" userId="93b808fa8a59563a" providerId="LiveId" clId="{A2B72299-90BE-406F-BDDD-FE3AC415CB75}" dt="2025-12-21T15:20:47.650" v="3410" actId="2710"/>
          <ac:spMkLst>
            <pc:docMk/>
            <pc:sldMk cId="3713798269" sldId="308"/>
            <ac:spMk id="19" creationId="{37794C8D-E4C2-B84A-7DB3-6EB9E8D9CD8F}"/>
          </ac:spMkLst>
        </pc:spChg>
        <pc:picChg chg="del">
          <ac:chgData name="Sharanya D" userId="93b808fa8a59563a" providerId="LiveId" clId="{A2B72299-90BE-406F-BDDD-FE3AC415CB75}" dt="2025-12-21T15:18:49.699" v="3378" actId="478"/>
          <ac:picMkLst>
            <pc:docMk/>
            <pc:sldMk cId="3713798269" sldId="308"/>
            <ac:picMk id="3" creationId="{8AC1ABF0-BB75-5A22-77B1-39222C1BCE74}"/>
          </ac:picMkLst>
        </pc:picChg>
        <pc:picChg chg="add mod">
          <ac:chgData name="Sharanya D" userId="93b808fa8a59563a" providerId="LiveId" clId="{A2B72299-90BE-406F-BDDD-FE3AC415CB75}" dt="2025-12-21T15:20:03.453" v="3385" actId="1076"/>
          <ac:picMkLst>
            <pc:docMk/>
            <pc:sldMk cId="3713798269" sldId="308"/>
            <ac:picMk id="17" creationId="{DA215D6F-3756-FC4B-F5C1-650B95870A2E}"/>
          </ac:picMkLst>
        </pc:picChg>
      </pc:sldChg>
      <pc:sldChg chg="addSp delSp modSp add mod modAnim">
        <pc:chgData name="Sharanya D" userId="93b808fa8a59563a" providerId="LiveId" clId="{A2B72299-90BE-406F-BDDD-FE3AC415CB75}" dt="2025-12-21T15:23:37.162" v="3455" actId="207"/>
        <pc:sldMkLst>
          <pc:docMk/>
          <pc:sldMk cId="3676084520" sldId="309"/>
        </pc:sldMkLst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2" creationId="{85A85B25-4CF0-69E7-3D8F-B2EF30D043F9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3" creationId="{C7761431-BD5D-31CF-2970-8AE200C822DE}"/>
          </ac:spMkLst>
        </pc:spChg>
        <pc:spChg chg="mod">
          <ac:chgData name="Sharanya D" userId="93b808fa8a59563a" providerId="LiveId" clId="{A2B72299-90BE-406F-BDDD-FE3AC415CB75}" dt="2025-12-21T15:21:33.638" v="3418" actId="14100"/>
          <ac:spMkLst>
            <pc:docMk/>
            <pc:sldMk cId="3676084520" sldId="309"/>
            <ac:spMk id="4" creationId="{3551A102-A875-AA05-2C0F-84297E523C19}"/>
          </ac:spMkLst>
        </pc:spChg>
        <pc:spChg chg="mod">
          <ac:chgData name="Sharanya D" userId="93b808fa8a59563a" providerId="LiveId" clId="{A2B72299-90BE-406F-BDDD-FE3AC415CB75}" dt="2025-12-21T15:23:27.560" v="3454" actId="1076"/>
          <ac:spMkLst>
            <pc:docMk/>
            <pc:sldMk cId="3676084520" sldId="309"/>
            <ac:spMk id="6" creationId="{D4F5B92D-A2FD-E37E-15D0-409A52B5F716}"/>
          </ac:spMkLst>
        </pc:spChg>
        <pc:spChg chg="mod">
          <ac:chgData name="Sharanya D" userId="93b808fa8a59563a" providerId="LiveId" clId="{A2B72299-90BE-406F-BDDD-FE3AC415CB75}" dt="2025-12-21T15:23:37.162" v="3455" actId="207"/>
          <ac:spMkLst>
            <pc:docMk/>
            <pc:sldMk cId="3676084520" sldId="309"/>
            <ac:spMk id="13" creationId="{FFA1BF42-06FF-CB07-1337-F6D7B0DD65B5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16" creationId="{1690C86B-450C-5E43-ADBA-E5DBE528AAEE}"/>
          </ac:spMkLst>
        </pc:spChg>
        <pc:spChg chg="del">
          <ac:chgData name="Sharanya D" userId="93b808fa8a59563a" providerId="LiveId" clId="{A2B72299-90BE-406F-BDDD-FE3AC415CB75}" dt="2025-12-21T15:21:00.689" v="3413" actId="478"/>
          <ac:spMkLst>
            <pc:docMk/>
            <pc:sldMk cId="3676084520" sldId="309"/>
            <ac:spMk id="19" creationId="{6C5E93B2-1D32-DBDD-628E-6853A7BEFCB2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21" creationId="{0B924C71-4EEE-B178-61E9-4BB0FDD1094B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24" creationId="{24A25E1C-B770-3D47-13F7-CD6F03277B8D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33" creationId="{01154D3F-FD6C-0DCE-E5F1-1C7F58E1B7E0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35" creationId="{E563B800-8884-5508-30C9-31F25F92907E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40" creationId="{C7761431-BD5D-31CF-2970-8AE200C822DE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41" creationId="{ACA3C7BE-4DC5-DE47-72D5-B918F27ED751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43" creationId="{14F8D72B-328F-B044-5BC7-1294D9A3ABAE}"/>
          </ac:spMkLst>
        </pc:spChg>
        <pc:spChg chg="mod">
          <ac:chgData name="Sharanya D" userId="93b808fa8a59563a" providerId="LiveId" clId="{A2B72299-90BE-406F-BDDD-FE3AC415CB75}" dt="2025-12-21T15:21:15.491" v="3415"/>
          <ac:spMkLst>
            <pc:docMk/>
            <pc:sldMk cId="3676084520" sldId="309"/>
            <ac:spMk id="44" creationId="{A9DBC98D-DDB4-DB5A-5305-CFCFB5D4B5AC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47" creationId="{A9DBC98D-DDB4-DB5A-5305-CFCFB5D4B5AC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66" creationId="{971BDEFB-3D5B-1983-06BF-7072601BCFC0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67" creationId="{8C2F74BD-BFB8-3B40-2BBE-403DC097A043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70" creationId="{B3F00460-D032-4441-E974-DB40F6D6AB46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73" creationId="{34256284-0540-4ACA-47D3-719D3A37BCED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76" creationId="{ACA3C7BE-4DC5-DE47-72D5-B918F27ED751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78" creationId="{B8E29D6B-645B-706B-AB43-9D8537E889BD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79" creationId="{5A485617-E4C5-7D44-22D0-85362448478D}"/>
          </ac:spMkLst>
        </pc:spChg>
        <pc:spChg chg="mod">
          <ac:chgData name="Sharanya D" userId="93b808fa8a59563a" providerId="LiveId" clId="{A2B72299-90BE-406F-BDDD-FE3AC415CB75}" dt="2025-12-21T15:22:44.161" v="3438"/>
          <ac:spMkLst>
            <pc:docMk/>
            <pc:sldMk cId="3676084520" sldId="309"/>
            <ac:spMk id="85" creationId="{32F04E12-ADC7-9E6C-2AF0-5E7621D65C93}"/>
          </ac:spMkLst>
        </pc:spChg>
        <pc:grpChg chg="mod">
          <ac:chgData name="Sharanya D" userId="93b808fa8a59563a" providerId="LiveId" clId="{A2B72299-90BE-406F-BDDD-FE3AC415CB75}" dt="2025-12-21T15:23:15.693" v="3451" actId="1076"/>
          <ac:grpSpMkLst>
            <pc:docMk/>
            <pc:sldMk cId="3676084520" sldId="309"/>
            <ac:grpSpMk id="32" creationId="{8A26CABF-1C20-85C4-D23C-8324A5441B04}"/>
          </ac:grpSpMkLst>
        </pc:grpChg>
        <pc:grpChg chg="mod">
          <ac:chgData name="Sharanya D" userId="93b808fa8a59563a" providerId="LiveId" clId="{A2B72299-90BE-406F-BDDD-FE3AC415CB75}" dt="2025-12-21T15:23:17.825" v="3452" actId="1076"/>
          <ac:grpSpMkLst>
            <pc:docMk/>
            <pc:sldMk cId="3676084520" sldId="309"/>
            <ac:grpSpMk id="42" creationId="{A47C65AB-267B-DD4A-366F-9F48568C8819}"/>
          </ac:grpSpMkLst>
        </pc:grpChg>
        <pc:grpChg chg="mod">
          <ac:chgData name="Sharanya D" userId="93b808fa8a59563a" providerId="LiveId" clId="{A2B72299-90BE-406F-BDDD-FE3AC415CB75}" dt="2025-12-21T15:23:12.308" v="3449" actId="1076"/>
          <ac:grpSpMkLst>
            <pc:docMk/>
            <pc:sldMk cId="3676084520" sldId="309"/>
            <ac:grpSpMk id="55" creationId="{750AF92B-9915-1958-C13F-FE5A0A1F7DF8}"/>
          </ac:grpSpMkLst>
        </pc:grpChg>
        <pc:grpChg chg="mod">
          <ac:chgData name="Sharanya D" userId="93b808fa8a59563a" providerId="LiveId" clId="{A2B72299-90BE-406F-BDDD-FE3AC415CB75}" dt="2025-12-21T15:21:34.090" v="3419" actId="14100"/>
          <ac:grpSpMkLst>
            <pc:docMk/>
            <pc:sldMk cId="3676084520" sldId="309"/>
            <ac:grpSpMk id="59" creationId="{750AF92B-9915-1958-C13F-FE5A0A1F7DF8}"/>
          </ac:grpSpMkLst>
        </pc:grpChg>
        <pc:grpChg chg="mod">
          <ac:chgData name="Sharanya D" userId="93b808fa8a59563a" providerId="LiveId" clId="{A2B72299-90BE-406F-BDDD-FE3AC415CB75}" dt="2025-12-21T15:21:34.090" v="3419" actId="14100"/>
          <ac:grpSpMkLst>
            <pc:docMk/>
            <pc:sldMk cId="3676084520" sldId="309"/>
            <ac:grpSpMk id="60" creationId="{A47C65AB-267B-DD4A-366F-9F48568C8819}"/>
          </ac:grpSpMkLst>
        </pc:grpChg>
        <pc:grpChg chg="mod">
          <ac:chgData name="Sharanya D" userId="93b808fa8a59563a" providerId="LiveId" clId="{A2B72299-90BE-406F-BDDD-FE3AC415CB75}" dt="2025-12-21T15:21:34.090" v="3419" actId="14100"/>
          <ac:grpSpMkLst>
            <pc:docMk/>
            <pc:sldMk cId="3676084520" sldId="309"/>
            <ac:grpSpMk id="61" creationId="{21642179-3155-B87B-4DD6-E364FDF90D1B}"/>
          </ac:grpSpMkLst>
        </pc:grpChg>
        <pc:grpChg chg="mod">
          <ac:chgData name="Sharanya D" userId="93b808fa8a59563a" providerId="LiveId" clId="{A2B72299-90BE-406F-BDDD-FE3AC415CB75}" dt="2025-12-21T15:21:34.090" v="3419" actId="14100"/>
          <ac:grpSpMkLst>
            <pc:docMk/>
            <pc:sldMk cId="3676084520" sldId="309"/>
            <ac:grpSpMk id="62" creationId="{C247D068-FD40-5281-358D-CC278DDF2DB5}"/>
          </ac:grpSpMkLst>
        </pc:grpChg>
        <pc:grpChg chg="mod">
          <ac:chgData name="Sharanya D" userId="93b808fa8a59563a" providerId="LiveId" clId="{A2B72299-90BE-406F-BDDD-FE3AC415CB75}" dt="2025-12-21T15:21:34.090" v="3419" actId="14100"/>
          <ac:grpSpMkLst>
            <pc:docMk/>
            <pc:sldMk cId="3676084520" sldId="309"/>
            <ac:grpSpMk id="63" creationId="{F916B908-8020-874F-892E-99AC8B30496F}"/>
          </ac:grpSpMkLst>
        </pc:grpChg>
        <pc:grpChg chg="mod">
          <ac:chgData name="Sharanya D" userId="93b808fa8a59563a" providerId="LiveId" clId="{A2B72299-90BE-406F-BDDD-FE3AC415CB75}" dt="2025-12-21T15:21:34.090" v="3419" actId="14100"/>
          <ac:grpSpMkLst>
            <pc:docMk/>
            <pc:sldMk cId="3676084520" sldId="309"/>
            <ac:grpSpMk id="64" creationId="{8A26CABF-1C20-85C4-D23C-8324A5441B04}"/>
          </ac:grpSpMkLst>
        </pc:grpChg>
        <pc:grpChg chg="mod">
          <ac:chgData name="Sharanya D" userId="93b808fa8a59563a" providerId="LiveId" clId="{A2B72299-90BE-406F-BDDD-FE3AC415CB75}" dt="2025-12-21T15:23:06.710" v="3446" actId="1076"/>
          <ac:grpSpMkLst>
            <pc:docMk/>
            <pc:sldMk cId="3676084520" sldId="309"/>
            <ac:grpSpMk id="68" creationId="{F916B908-8020-874F-892E-99AC8B30496F}"/>
          </ac:grpSpMkLst>
        </pc:grpChg>
        <pc:grpChg chg="mod">
          <ac:chgData name="Sharanya D" userId="93b808fa8a59563a" providerId="LiveId" clId="{A2B72299-90BE-406F-BDDD-FE3AC415CB75}" dt="2025-12-21T15:23:14.131" v="3450" actId="1076"/>
          <ac:grpSpMkLst>
            <pc:docMk/>
            <pc:sldMk cId="3676084520" sldId="309"/>
            <ac:grpSpMk id="74" creationId="{C247D068-FD40-5281-358D-CC278DDF2DB5}"/>
          </ac:grpSpMkLst>
        </pc:grpChg>
        <pc:grpChg chg="mod">
          <ac:chgData name="Sharanya D" userId="93b808fa8a59563a" providerId="LiveId" clId="{A2B72299-90BE-406F-BDDD-FE3AC415CB75}" dt="2025-12-21T15:23:10.356" v="3448" actId="1076"/>
          <ac:grpSpMkLst>
            <pc:docMk/>
            <pc:sldMk cId="3676084520" sldId="309"/>
            <ac:grpSpMk id="80" creationId="{21642179-3155-B87B-4DD6-E364FDF90D1B}"/>
          </ac:grpSpMkLst>
        </pc:grpChg>
        <pc:picChg chg="del">
          <ac:chgData name="Sharanya D" userId="93b808fa8a59563a" providerId="LiveId" clId="{A2B72299-90BE-406F-BDDD-FE3AC415CB75}" dt="2025-12-21T15:20:56.606" v="3412" actId="478"/>
          <ac:picMkLst>
            <pc:docMk/>
            <pc:sldMk cId="3676084520" sldId="309"/>
            <ac:picMk id="17" creationId="{CE0B09F0-217B-962F-9295-01FDA4769B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0822F-BBA7-0B20-B297-D7CD11AB0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02F95-183D-DC12-0B4A-9F97AF408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E9F1A-9390-E746-D85B-F1D6F082A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A4FA0-2947-50A7-9FBD-09313C62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9D178-40C1-5941-3BC9-17A31574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444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9747A-D8E6-645B-C683-AC223D735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57C74-561C-ED66-95F3-4897FD570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7B6DA-4045-D711-9067-A03705BC4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6D60D-E52F-63B8-AD67-9152BE95B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B221A-B831-DF11-EFEA-2CBE7E57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2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285F-D1C8-14AA-6A12-F4315B66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821A4-5675-4F16-B23D-F683F1672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88D02-9697-44CC-5E85-C84BFA220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DB6C1-0E00-D77E-17DE-44E9AF59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26264-40E9-3040-C9DA-9C7C66C7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446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F9A38-5DC3-643F-AAF9-71539C86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9E734-95AF-DA16-E97E-97618C161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373E0-9938-3F42-8E4A-2D3982658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E834B-DC78-4AD4-42FB-11662E50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3DCC4-8CCA-1DFB-74D2-9E2F4622C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7E1D4-7019-B5CD-F2D1-21019D55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425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D6F8B-522D-5122-0AD9-224577ABA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F4885-B606-3AA5-9E54-69B4519B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B5B40-ADD6-FA96-A1CB-60DB60B0C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9097B-CBEE-35FE-872A-D091A7DB1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C22EF-943F-9370-FD56-7F1944D42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1C6FB-4031-4940-B915-30F5A2C8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B3B130-BCFC-ABDB-3EA9-61DAA344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C834C-7E23-9A74-B97C-729C314B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121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52CD-4838-7622-CF0E-AE6D0ED46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081FE-5C7B-FE3A-92ED-A22C0D44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6DD15-07B6-5B7A-D0C4-DAB4F900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F4C02-7353-0ED6-1D3B-2C34C2D5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58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ACB59-4A32-BD87-1255-072E6098E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F25D6-8019-EEF6-BFCA-25A438E6C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C18A2-D575-4DD3-DCEA-81BF1C61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76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151F-7141-EF7F-CC41-BCBD1D7C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7344C-2888-11E9-53BD-A08CAE891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8215D-3C5D-0FFB-D51D-E9FF6F0AB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DFCD4-0290-850A-3FD8-CA09C98FD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62EF0-936C-79C9-23D9-3CE9DE58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3B5E8-FB82-28E5-02A0-E6E770A5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706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2BAE-42ED-F8D9-050C-545EB17BA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F9D63-57DD-045F-7FA8-2163EB05F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5E207-7B93-298E-E8C3-B251857A7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B279D-7163-E794-E8FB-450F5BB0F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A332B-CD66-1BDA-BA4B-EE230274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91721-1F65-C8E0-4EBD-8B20AB20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845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9EDC-C30C-B719-DD1F-2F51D798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90AD4-040D-215D-FC83-3A6152282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4535D-7D94-0954-F664-1FE3B9AD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B8918-0A42-5597-733F-21F468522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A4BDE-AB55-2B08-1CB5-B4A72CBA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024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D8878A-EAEB-48CD-DC89-3B9231F0C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40527-4036-1659-63B7-AF4C541D3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46FD2-5427-9AE9-5906-BE9DAB80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1E6C-E2CD-4D51-A0AB-FC8F9006FFE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DF784-2CBE-E143-1447-0083DE49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70D10-2A07-0971-81A4-36C0AE62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578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D23B6-9A5A-58BF-D378-F3C1B93A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6D2DA-6AAD-0108-179B-DAE3358A3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0D382-BB0B-C5FE-7C62-5B56642C5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441E6C-E2CD-4D51-A0AB-FC8F9006FFE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7CB7E-75B8-0D5C-BFD0-CDE1DE795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01D0-C0EE-F7F7-9D79-990B9D0D5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F10B1-90A4-429C-8988-8DA7D986AB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33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hyperlink" Target="https://bs.wikipedia.org/wiki/Microsoft_Exce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hyperlink" Target="http://xaleph.deviantart.com/art/simple-mysql-icon-167971780" TargetMode="Externa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emf"/><Relationship Id="rId4" Type="http://schemas.openxmlformats.org/officeDocument/2006/relationships/image" Target="../media/image16.png"/><Relationship Id="rId9" Type="http://schemas.openxmlformats.org/officeDocument/2006/relationships/hyperlink" Target="https://bs.wikipedia.org/wiki/Microsoft_Excel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hyperlink" Target="http://xaleph.deviantart.com/art/simple-mysql-icon-167971780" TargetMode="External"/><Relationship Id="rId12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4.png"/><Relationship Id="rId5" Type="http://schemas.openxmlformats.org/officeDocument/2006/relationships/image" Target="../media/image17.png"/><Relationship Id="rId10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hyperlink" Target="https://bs.wikipedia.org/wiki/Microsoft_Excel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hyperlink" Target="http://xaleph.deviantart.com/art/simple-mysql-icon-167971780" TargetMode="External"/><Relationship Id="rId12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7.png"/><Relationship Id="rId5" Type="http://schemas.openxmlformats.org/officeDocument/2006/relationships/image" Target="../media/image17.png"/><Relationship Id="rId10" Type="http://schemas.openxmlformats.org/officeDocument/2006/relationships/image" Target="../media/image26.png"/><Relationship Id="rId4" Type="http://schemas.openxmlformats.org/officeDocument/2006/relationships/image" Target="../media/image16.png"/><Relationship Id="rId9" Type="http://schemas.openxmlformats.org/officeDocument/2006/relationships/hyperlink" Target="https://bs.wikipedia.org/wiki/Microsoft_Excel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30.png"/><Relationship Id="rId5" Type="http://schemas.openxmlformats.org/officeDocument/2006/relationships/image" Target="../media/image17.png"/><Relationship Id="rId10" Type="http://schemas.openxmlformats.org/officeDocument/2006/relationships/image" Target="../media/image29.png"/><Relationship Id="rId4" Type="http://schemas.openxmlformats.org/officeDocument/2006/relationships/image" Target="../media/image16.png"/><Relationship Id="rId9" Type="http://schemas.openxmlformats.org/officeDocument/2006/relationships/hyperlink" Target="https://bs.wikipedia.org/wiki/Microsoft_Excel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31.emf"/><Relationship Id="rId4" Type="http://schemas.openxmlformats.org/officeDocument/2006/relationships/image" Target="../media/image16.png"/><Relationship Id="rId9" Type="http://schemas.openxmlformats.org/officeDocument/2006/relationships/hyperlink" Target="https://bs.wikipedia.org/wiki/Microsoft_Excel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1.svg"/><Relationship Id="rId7" Type="http://schemas.openxmlformats.org/officeDocument/2006/relationships/hyperlink" Target="http://xaleph.deviantart.com/art/simple-mysql-icon-167971780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32.png"/><Relationship Id="rId4" Type="http://schemas.openxmlformats.org/officeDocument/2006/relationships/image" Target="../media/image16.png"/><Relationship Id="rId9" Type="http://schemas.openxmlformats.org/officeDocument/2006/relationships/hyperlink" Target="https://bs.wikipedia.org/wiki/Microsoft_Exce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2FCF19-E9A5-7BE6-FCAC-7163C55E6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852" y="0"/>
            <a:ext cx="9144000" cy="6858000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65E021-1216-35C6-7101-499208838421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custGeom>
            <a:avLst/>
            <a:gdLst>
              <a:gd name="connsiteX0" fmla="*/ 7592293 w 12191999"/>
              <a:gd name="connsiteY0" fmla="*/ 1077189 h 6857999"/>
              <a:gd name="connsiteX1" fmla="*/ 7471063 w 12191999"/>
              <a:gd name="connsiteY1" fmla="*/ 1198418 h 6857999"/>
              <a:gd name="connsiteX2" fmla="*/ 7471063 w 12191999"/>
              <a:gd name="connsiteY2" fmla="*/ 6369621 h 6857999"/>
              <a:gd name="connsiteX3" fmla="*/ 7592293 w 12191999"/>
              <a:gd name="connsiteY3" fmla="*/ 6490851 h 6857999"/>
              <a:gd name="connsiteX4" fmla="*/ 8077197 w 12191999"/>
              <a:gd name="connsiteY4" fmla="*/ 6490851 h 6857999"/>
              <a:gd name="connsiteX5" fmla="*/ 8198427 w 12191999"/>
              <a:gd name="connsiteY5" fmla="*/ 6369621 h 6857999"/>
              <a:gd name="connsiteX6" fmla="*/ 8198427 w 12191999"/>
              <a:gd name="connsiteY6" fmla="*/ 1198418 h 6857999"/>
              <a:gd name="connsiteX7" fmla="*/ 8077197 w 12191999"/>
              <a:gd name="connsiteY7" fmla="*/ 1077189 h 6857999"/>
              <a:gd name="connsiteX8" fmla="*/ 9337965 w 12191999"/>
              <a:gd name="connsiteY8" fmla="*/ 900543 h 6857999"/>
              <a:gd name="connsiteX9" fmla="*/ 9216735 w 12191999"/>
              <a:gd name="connsiteY9" fmla="*/ 1021773 h 6857999"/>
              <a:gd name="connsiteX10" fmla="*/ 9216735 w 12191999"/>
              <a:gd name="connsiteY10" fmla="*/ 6192976 h 6857999"/>
              <a:gd name="connsiteX11" fmla="*/ 9337965 w 12191999"/>
              <a:gd name="connsiteY11" fmla="*/ 6314206 h 6857999"/>
              <a:gd name="connsiteX12" fmla="*/ 9822869 w 12191999"/>
              <a:gd name="connsiteY12" fmla="*/ 6314206 h 6857999"/>
              <a:gd name="connsiteX13" fmla="*/ 9944099 w 12191999"/>
              <a:gd name="connsiteY13" fmla="*/ 6192976 h 6857999"/>
              <a:gd name="connsiteX14" fmla="*/ 9944099 w 12191999"/>
              <a:gd name="connsiteY14" fmla="*/ 1021773 h 6857999"/>
              <a:gd name="connsiteX15" fmla="*/ 9822869 w 12191999"/>
              <a:gd name="connsiteY15" fmla="*/ 900543 h 6857999"/>
              <a:gd name="connsiteX16" fmla="*/ 11042075 w 12191999"/>
              <a:gd name="connsiteY16" fmla="*/ 722167 h 6857999"/>
              <a:gd name="connsiteX17" fmla="*/ 10920845 w 12191999"/>
              <a:gd name="connsiteY17" fmla="*/ 843397 h 6857999"/>
              <a:gd name="connsiteX18" fmla="*/ 10920845 w 12191999"/>
              <a:gd name="connsiteY18" fmla="*/ 6014600 h 6857999"/>
              <a:gd name="connsiteX19" fmla="*/ 11042075 w 12191999"/>
              <a:gd name="connsiteY19" fmla="*/ 6135830 h 6857999"/>
              <a:gd name="connsiteX20" fmla="*/ 11526979 w 12191999"/>
              <a:gd name="connsiteY20" fmla="*/ 6135830 h 6857999"/>
              <a:gd name="connsiteX21" fmla="*/ 11648209 w 12191999"/>
              <a:gd name="connsiteY21" fmla="*/ 6014600 h 6857999"/>
              <a:gd name="connsiteX22" fmla="*/ 11648209 w 12191999"/>
              <a:gd name="connsiteY22" fmla="*/ 843397 h 6857999"/>
              <a:gd name="connsiteX23" fmla="*/ 11526979 w 12191999"/>
              <a:gd name="connsiteY23" fmla="*/ 722167 h 6857999"/>
              <a:gd name="connsiteX24" fmla="*/ 8499765 w 12191999"/>
              <a:gd name="connsiteY24" fmla="*/ 389658 h 6857999"/>
              <a:gd name="connsiteX25" fmla="*/ 8378535 w 12191999"/>
              <a:gd name="connsiteY25" fmla="*/ 510887 h 6857999"/>
              <a:gd name="connsiteX26" fmla="*/ 8378535 w 12191999"/>
              <a:gd name="connsiteY26" fmla="*/ 5682090 h 6857999"/>
              <a:gd name="connsiteX27" fmla="*/ 8499765 w 12191999"/>
              <a:gd name="connsiteY27" fmla="*/ 5803320 h 6857999"/>
              <a:gd name="connsiteX28" fmla="*/ 8984669 w 12191999"/>
              <a:gd name="connsiteY28" fmla="*/ 5803320 h 6857999"/>
              <a:gd name="connsiteX29" fmla="*/ 9105899 w 12191999"/>
              <a:gd name="connsiteY29" fmla="*/ 5682090 h 6857999"/>
              <a:gd name="connsiteX30" fmla="*/ 9105899 w 12191999"/>
              <a:gd name="connsiteY30" fmla="*/ 510887 h 6857999"/>
              <a:gd name="connsiteX31" fmla="*/ 8984669 w 12191999"/>
              <a:gd name="connsiteY31" fmla="*/ 389658 h 6857999"/>
              <a:gd name="connsiteX32" fmla="*/ 10162311 w 12191999"/>
              <a:gd name="connsiteY32" fmla="*/ 235527 h 6857999"/>
              <a:gd name="connsiteX33" fmla="*/ 10041081 w 12191999"/>
              <a:gd name="connsiteY33" fmla="*/ 356757 h 6857999"/>
              <a:gd name="connsiteX34" fmla="*/ 10041081 w 12191999"/>
              <a:gd name="connsiteY34" fmla="*/ 5527960 h 6857999"/>
              <a:gd name="connsiteX35" fmla="*/ 10162311 w 12191999"/>
              <a:gd name="connsiteY35" fmla="*/ 5649190 h 6857999"/>
              <a:gd name="connsiteX36" fmla="*/ 10647215 w 12191999"/>
              <a:gd name="connsiteY36" fmla="*/ 5649190 h 6857999"/>
              <a:gd name="connsiteX37" fmla="*/ 10768445 w 12191999"/>
              <a:gd name="connsiteY37" fmla="*/ 5527960 h 6857999"/>
              <a:gd name="connsiteX38" fmla="*/ 10768445 w 12191999"/>
              <a:gd name="connsiteY38" fmla="*/ 356757 h 6857999"/>
              <a:gd name="connsiteX39" fmla="*/ 10647215 w 12191999"/>
              <a:gd name="connsiteY39" fmla="*/ 235527 h 6857999"/>
              <a:gd name="connsiteX40" fmla="*/ 0 w 12191999"/>
              <a:gd name="connsiteY40" fmla="*/ 0 h 6857999"/>
              <a:gd name="connsiteX41" fmla="*/ 12191999 w 12191999"/>
              <a:gd name="connsiteY41" fmla="*/ 0 h 6857999"/>
              <a:gd name="connsiteX42" fmla="*/ 12191999 w 12191999"/>
              <a:gd name="connsiteY42" fmla="*/ 6857999 h 6857999"/>
              <a:gd name="connsiteX43" fmla="*/ 0 w 12191999"/>
              <a:gd name="connsiteY4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2191999" h="6857999">
                <a:moveTo>
                  <a:pt x="7592293" y="1077189"/>
                </a:moveTo>
                <a:cubicBezTo>
                  <a:pt x="7525340" y="1077189"/>
                  <a:pt x="7471063" y="1131465"/>
                  <a:pt x="7471063" y="1198418"/>
                </a:cubicBezTo>
                <a:lnTo>
                  <a:pt x="7471063" y="6369621"/>
                </a:lnTo>
                <a:cubicBezTo>
                  <a:pt x="7471063" y="6436574"/>
                  <a:pt x="7525340" y="6490851"/>
                  <a:pt x="7592293" y="6490851"/>
                </a:cubicBezTo>
                <a:lnTo>
                  <a:pt x="8077197" y="6490851"/>
                </a:lnTo>
                <a:cubicBezTo>
                  <a:pt x="8144150" y="6490851"/>
                  <a:pt x="8198427" y="6436574"/>
                  <a:pt x="8198427" y="6369621"/>
                </a:cubicBezTo>
                <a:lnTo>
                  <a:pt x="8198427" y="1198418"/>
                </a:lnTo>
                <a:cubicBezTo>
                  <a:pt x="8198427" y="1131465"/>
                  <a:pt x="8144150" y="1077189"/>
                  <a:pt x="8077197" y="1077189"/>
                </a:cubicBezTo>
                <a:close/>
                <a:moveTo>
                  <a:pt x="9337965" y="900543"/>
                </a:moveTo>
                <a:cubicBezTo>
                  <a:pt x="9271012" y="900543"/>
                  <a:pt x="9216735" y="954820"/>
                  <a:pt x="9216735" y="1021773"/>
                </a:cubicBezTo>
                <a:lnTo>
                  <a:pt x="9216735" y="6192976"/>
                </a:lnTo>
                <a:cubicBezTo>
                  <a:pt x="9216735" y="6259929"/>
                  <a:pt x="9271012" y="6314206"/>
                  <a:pt x="9337965" y="6314206"/>
                </a:cubicBezTo>
                <a:lnTo>
                  <a:pt x="9822869" y="6314206"/>
                </a:lnTo>
                <a:cubicBezTo>
                  <a:pt x="9889822" y="6314206"/>
                  <a:pt x="9944099" y="6259929"/>
                  <a:pt x="9944099" y="6192976"/>
                </a:cubicBezTo>
                <a:lnTo>
                  <a:pt x="9944099" y="1021773"/>
                </a:lnTo>
                <a:cubicBezTo>
                  <a:pt x="9944099" y="954820"/>
                  <a:pt x="9889822" y="900543"/>
                  <a:pt x="9822869" y="900543"/>
                </a:cubicBezTo>
                <a:close/>
                <a:moveTo>
                  <a:pt x="11042075" y="722167"/>
                </a:moveTo>
                <a:cubicBezTo>
                  <a:pt x="10975122" y="722167"/>
                  <a:pt x="10920845" y="776444"/>
                  <a:pt x="10920845" y="843397"/>
                </a:cubicBezTo>
                <a:lnTo>
                  <a:pt x="10920845" y="6014600"/>
                </a:lnTo>
                <a:cubicBezTo>
                  <a:pt x="10920845" y="6081553"/>
                  <a:pt x="10975122" y="6135830"/>
                  <a:pt x="11042075" y="6135830"/>
                </a:cubicBezTo>
                <a:lnTo>
                  <a:pt x="11526979" y="6135830"/>
                </a:lnTo>
                <a:cubicBezTo>
                  <a:pt x="11593932" y="6135830"/>
                  <a:pt x="11648209" y="6081553"/>
                  <a:pt x="11648209" y="6014600"/>
                </a:cubicBezTo>
                <a:lnTo>
                  <a:pt x="11648209" y="843397"/>
                </a:lnTo>
                <a:cubicBezTo>
                  <a:pt x="11648209" y="776444"/>
                  <a:pt x="11593932" y="722167"/>
                  <a:pt x="11526979" y="722167"/>
                </a:cubicBezTo>
                <a:close/>
                <a:moveTo>
                  <a:pt x="8499765" y="389658"/>
                </a:moveTo>
                <a:cubicBezTo>
                  <a:pt x="8432812" y="389658"/>
                  <a:pt x="8378535" y="443935"/>
                  <a:pt x="8378535" y="510887"/>
                </a:cubicBezTo>
                <a:lnTo>
                  <a:pt x="8378535" y="5682090"/>
                </a:lnTo>
                <a:cubicBezTo>
                  <a:pt x="8378535" y="5749043"/>
                  <a:pt x="8432812" y="5803320"/>
                  <a:pt x="8499765" y="5803320"/>
                </a:cubicBezTo>
                <a:lnTo>
                  <a:pt x="8984669" y="5803320"/>
                </a:lnTo>
                <a:cubicBezTo>
                  <a:pt x="9051622" y="5803320"/>
                  <a:pt x="9105899" y="5749043"/>
                  <a:pt x="9105899" y="5682090"/>
                </a:cubicBezTo>
                <a:lnTo>
                  <a:pt x="9105899" y="510887"/>
                </a:lnTo>
                <a:cubicBezTo>
                  <a:pt x="9105899" y="443935"/>
                  <a:pt x="9051622" y="389658"/>
                  <a:pt x="8984669" y="389658"/>
                </a:cubicBezTo>
                <a:close/>
                <a:moveTo>
                  <a:pt x="10162311" y="235527"/>
                </a:moveTo>
                <a:cubicBezTo>
                  <a:pt x="10095358" y="235527"/>
                  <a:pt x="10041081" y="289804"/>
                  <a:pt x="10041081" y="356757"/>
                </a:cubicBezTo>
                <a:lnTo>
                  <a:pt x="10041081" y="5527960"/>
                </a:lnTo>
                <a:cubicBezTo>
                  <a:pt x="10041081" y="5594913"/>
                  <a:pt x="10095358" y="5649190"/>
                  <a:pt x="10162311" y="5649190"/>
                </a:cubicBezTo>
                <a:lnTo>
                  <a:pt x="10647215" y="5649190"/>
                </a:lnTo>
                <a:cubicBezTo>
                  <a:pt x="10714168" y="5649190"/>
                  <a:pt x="10768445" y="5594913"/>
                  <a:pt x="10768445" y="5527960"/>
                </a:cubicBezTo>
                <a:lnTo>
                  <a:pt x="10768445" y="356757"/>
                </a:lnTo>
                <a:cubicBezTo>
                  <a:pt x="10768445" y="289804"/>
                  <a:pt x="10714168" y="235527"/>
                  <a:pt x="10647215" y="235527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highlight>
                <a:srgbClr val="FF00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132EFD-50CA-003F-4A7C-73D790B05A0D}"/>
              </a:ext>
            </a:extLst>
          </p:cNvPr>
          <p:cNvSpPr txBox="1"/>
          <p:nvPr/>
        </p:nvSpPr>
        <p:spPr>
          <a:xfrm>
            <a:off x="350158" y="582878"/>
            <a:ext cx="6868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ZOMATO ANALYTICS PROJECT </a:t>
            </a:r>
            <a:endParaRPr lang="en-IN" sz="3600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4DE652-D6C7-2B23-539F-6A38CDBBAA43}"/>
              </a:ext>
            </a:extLst>
          </p:cNvPr>
          <p:cNvSpPr/>
          <p:nvPr/>
        </p:nvSpPr>
        <p:spPr>
          <a:xfrm>
            <a:off x="706582" y="2244436"/>
            <a:ext cx="5029200" cy="4030686"/>
          </a:xfrm>
          <a:prstGeom prst="roundRect">
            <a:avLst>
              <a:gd name="adj" fmla="val 68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C74857-6A93-E8E6-D1C4-055821B0AA53}"/>
              </a:ext>
            </a:extLst>
          </p:cNvPr>
          <p:cNvSpPr txBox="1"/>
          <p:nvPr/>
        </p:nvSpPr>
        <p:spPr>
          <a:xfrm>
            <a:off x="1100486" y="2432593"/>
            <a:ext cx="44577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Group-1 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Shreyas Reddy D 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Debobrata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Mukherjee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Abhijth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Atluri Shiva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Ratnesh Ranjan Jha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Ajinkya Kailas Jadhav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Naveen Kumar Kota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 Bhavesh Shah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0836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A2B0D-26CD-7F39-3AD9-491C98C8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E00BA9E-E590-1F1F-BC48-BC1E6747AF22}"/>
              </a:ext>
            </a:extLst>
          </p:cNvPr>
          <p:cNvSpPr txBox="1"/>
          <p:nvPr/>
        </p:nvSpPr>
        <p:spPr>
          <a:xfrm>
            <a:off x="1349011" y="1352575"/>
            <a:ext cx="10279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Problem Statement</a:t>
            </a:r>
            <a:r>
              <a:rPr lang="en-US" sz="2000" b="1" dirty="0"/>
              <a:t>:</a:t>
            </a:r>
            <a:r>
              <a:rPr lang="en-US" sz="2000" dirty="0"/>
              <a:t> Analyzing Zomato’s global restaurant footprint to understand market trends, customer behavior, and service performance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D6A4A7-E26D-0EA9-9CC8-C35C40C387A7}"/>
              </a:ext>
            </a:extLst>
          </p:cNvPr>
          <p:cNvSpPr txBox="1"/>
          <p:nvPr/>
        </p:nvSpPr>
        <p:spPr>
          <a:xfrm>
            <a:off x="1334263" y="2440675"/>
            <a:ext cx="9373066" cy="277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Key Objectives:</a:t>
            </a:r>
            <a:endParaRPr lang="en-US" sz="2000" dirty="0">
              <a:solidFill>
                <a:srgbClr val="002060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Perform multi-country restaurant data analysis.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Evaluate the impact of Online Delivery and Table Booking on ratings.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Identify top-performing cuisines and geographical clusters.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Develop interactive cross-platform dashboards for executive decision-making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27CEF-C49F-D9E2-6D23-ECC408E574EF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b="1"/>
              <a:t>Project Overview &amp; Objectives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952560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8F3D-F820-D715-07BB-DD007C5C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418FDDB-3B16-4A49-85F8-66B089FF9F45}"/>
              </a:ext>
            </a:extLst>
          </p:cNvPr>
          <p:cNvSpPr txBox="1"/>
          <p:nvPr/>
        </p:nvSpPr>
        <p:spPr>
          <a:xfrm>
            <a:off x="1581526" y="1240020"/>
            <a:ext cx="7391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Zomato restaurant dataset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/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for Two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Delivery &amp; Table Booking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Size: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~9,000+ records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8796FE-E9CC-741F-8680-68A0F740AB15}"/>
              </a:ext>
            </a:extLst>
          </p:cNvPr>
          <p:cNvSpPr txBox="1"/>
          <p:nvPr/>
        </p:nvSpPr>
        <p:spPr>
          <a:xfrm>
            <a:off x="1581526" y="5417925"/>
            <a:ext cx="9434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, MySQL , Tableau , Power BI , Python.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44C412A-B496-22E0-DCFC-C6F3C328560A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b="1" dirty="0"/>
              <a:t>DATA SET AND TOOLS</a:t>
            </a:r>
          </a:p>
        </p:txBody>
      </p:sp>
    </p:spTree>
    <p:extLst>
      <p:ext uri="{BB962C8B-B14F-4D97-AF65-F5344CB8AC3E}">
        <p14:creationId xmlns:p14="http://schemas.microsoft.com/office/powerpoint/2010/main" val="218304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328947-1D8D-1665-FCE9-40926D591BB9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8A781C-EBD9-B871-BAD4-388891B8A1BB}"/>
              </a:ext>
            </a:extLst>
          </p:cNvPr>
          <p:cNvSpPr/>
          <p:nvPr/>
        </p:nvSpPr>
        <p:spPr>
          <a:xfrm>
            <a:off x="1769807" y="5938684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B5D5DC-16E4-F905-3D4B-B3901275CC83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0128D8-8B53-8CED-8B7F-075327825A44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79D40F-799D-E469-DB32-720D0F6651D2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A8EC3A-64AB-4201-5918-798F3124B731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F0B0EC-D8F8-4B5C-612C-2568D2DD5985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EF9A72-FCFC-9A28-E1DC-DE3A220D0FDB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5C3EE2-F39F-0DB3-F5F1-227BA8D2D05F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20BA204-7568-C8E6-3DF4-1D3579203D20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2CA735-ABC4-C242-D937-23015B576CE6}"/>
              </a:ext>
            </a:extLst>
          </p:cNvPr>
          <p:cNvSpPr txBox="1"/>
          <p:nvPr/>
        </p:nvSpPr>
        <p:spPr>
          <a:xfrm>
            <a:off x="576469" y="1505396"/>
            <a:ext cx="836874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Online Booking and  Table Booking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Online Booking adoption is low, with only 25.66% of restaurants offering online booking, while 74.34% do not support this feature.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Table Booking availability is even lower, with just 12.12% of restaurants providing table booking options, whereas 87.88% do not offer it.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indicates that most restaurants still rely on walk-ins or offline booking methods.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data highlights a significant opportunity for digital transformation in the restaurant industry.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Increasing online and table booking facilities can help restaurants improve customer convenience, manage demand better, and increase operational efficiency.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53A726C-FDB0-9155-2C18-04AA9ADA5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513" y="1050489"/>
            <a:ext cx="2727002" cy="22777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4E65D0-7513-1DE9-91EA-9A1581D41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523" y="3390894"/>
            <a:ext cx="2572624" cy="23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47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E17F3-FDFB-78BA-0900-D0F5B515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8CEB3C-3228-40E5-3796-DB3B1E77B348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7C26E1-E9D6-3E0E-7B23-ADB331E91D81}"/>
              </a:ext>
            </a:extLst>
          </p:cNvPr>
          <p:cNvSpPr/>
          <p:nvPr/>
        </p:nvSpPr>
        <p:spPr>
          <a:xfrm>
            <a:off x="1769807" y="5938684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BBFA59-CB97-17AC-017C-4F2CD3AF539C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1C8F78-3F5E-0419-4258-C9B0C202CF96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17379C-08FE-9AEA-CAE8-563E51D8A757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41A9552-2A45-3EE8-1A22-2660BA0369AA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088B30-94FA-FAE1-053F-C539F900B1B3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8323E2F-689D-9995-5181-EB99BD1CDDE5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C730DA-F91E-39E3-DCC5-46DA62758464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0053361-7FDE-63F8-E9C4-8F58759E63EC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157747-5F20-EDDA-41FD-06698BA63190}"/>
              </a:ext>
            </a:extLst>
          </p:cNvPr>
          <p:cNvSpPr txBox="1"/>
          <p:nvPr/>
        </p:nvSpPr>
        <p:spPr>
          <a:xfrm>
            <a:off x="576469" y="1505396"/>
            <a:ext cx="836874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/>
          </a:p>
          <a:p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E1BA59-17B8-D8CF-0BCB-BE07A2DCB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132" y="1615196"/>
            <a:ext cx="4753638" cy="29912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2E6B1E-9D97-21D7-2BDC-FA5907F3CF6B}"/>
              </a:ext>
            </a:extLst>
          </p:cNvPr>
          <p:cNvSpPr txBox="1"/>
          <p:nvPr/>
        </p:nvSpPr>
        <p:spPr>
          <a:xfrm>
            <a:off x="496956" y="1674674"/>
            <a:ext cx="6771175" cy="309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 Year-wise Restaurant Openings </a:t>
            </a:r>
          </a:p>
          <a:p>
            <a:endParaRPr lang="en-US" sz="24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Restaurant openings show fluctuating growth over the years.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 sharp decline is observed around 2012–2015.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From 2016 onwards, the number of new restaurants increased steadily, peaking in 2018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5851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59CCF-1092-50BB-B090-CAC47C636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12F16A-F1C5-0A08-E01B-5B6CA44CA66A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33282E-76FF-82B8-2AA9-5C1EC145666B}"/>
              </a:ext>
            </a:extLst>
          </p:cNvPr>
          <p:cNvSpPr/>
          <p:nvPr/>
        </p:nvSpPr>
        <p:spPr>
          <a:xfrm>
            <a:off x="1769807" y="5938684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ADFEC6-5EB2-8D06-651B-659DC3389273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DDE19C-D5BC-E269-2F93-9C9F8591532B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595BC2-7BA8-8D86-814D-116B344599BF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660AA4-FD1D-2675-38B0-81B66AE2EB79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A8D9926-A282-2FD7-94F9-BE89C88644BF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E86810-BA36-F398-2567-7E7EEBB65ACB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A48A1B9-F60E-AE2F-3CDD-90C6922AE0FC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286C736-A6C5-FDEA-5A15-B56E6A3B3A74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3CB2C0-A14C-FDDB-61C5-CCF8CB34C58D}"/>
              </a:ext>
            </a:extLst>
          </p:cNvPr>
          <p:cNvSpPr txBox="1"/>
          <p:nvPr/>
        </p:nvSpPr>
        <p:spPr>
          <a:xfrm>
            <a:off x="576469" y="1505396"/>
            <a:ext cx="836874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/>
          </a:p>
          <a:p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ED172-973D-CBDF-EB4B-62F322F60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318" y="1959026"/>
            <a:ext cx="4858428" cy="276263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62D3A16-B244-87A3-BF27-638E87DC2642}"/>
              </a:ext>
            </a:extLst>
          </p:cNvPr>
          <p:cNvSpPr txBox="1"/>
          <p:nvPr/>
        </p:nvSpPr>
        <p:spPr>
          <a:xfrm>
            <a:off x="259100" y="1650607"/>
            <a:ext cx="6364428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Month-wise Restaurant Openings </a:t>
            </a:r>
          </a:p>
          <a:p>
            <a:pPr>
              <a:buNone/>
            </a:pPr>
            <a:endParaRPr lang="en-US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Restaurant openings show seasonal variation across months.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March and September record the highest number of openings.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Lower openings are observed during January, February, and November.</a:t>
            </a:r>
          </a:p>
        </p:txBody>
      </p:sp>
    </p:spTree>
    <p:extLst>
      <p:ext uri="{BB962C8B-B14F-4D97-AF65-F5344CB8AC3E}">
        <p14:creationId xmlns:p14="http://schemas.microsoft.com/office/powerpoint/2010/main" val="19695264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6E79E-1E36-6A20-C2BB-727029768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192AC8-3EF6-4221-D6E9-E9F2A86228F9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489185-5290-0739-51C8-CC0A4C9BBF81}"/>
              </a:ext>
            </a:extLst>
          </p:cNvPr>
          <p:cNvSpPr/>
          <p:nvPr/>
        </p:nvSpPr>
        <p:spPr>
          <a:xfrm>
            <a:off x="1769807" y="5938684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332B73-98B1-CC77-F83C-AEB23C81406D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7CE3C97-32ED-D45A-0BAB-30F9F0F72D9F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981402-7EDF-EDB4-DDFA-3D72675D77A3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1D7642-A095-8F20-2901-62AFF543A7B6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C63410-D697-B686-411D-0B20147ECB9F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46A92C-4736-A0CE-BCEB-3BF9A8E900FC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E41B4C-A7ED-42DC-BBE0-CC2C103140B5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DEC4C5-1276-4E56-56CD-B0F53155230B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48ABA5-829B-1886-B5BD-D72E2711E1C5}"/>
              </a:ext>
            </a:extLst>
          </p:cNvPr>
          <p:cNvSpPr txBox="1"/>
          <p:nvPr/>
        </p:nvSpPr>
        <p:spPr>
          <a:xfrm>
            <a:off x="576469" y="1505396"/>
            <a:ext cx="836874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/>
          </a:p>
          <a:p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D2DD65-6FC9-4600-EF6B-E95DD5B00D4D}"/>
              </a:ext>
            </a:extLst>
          </p:cNvPr>
          <p:cNvSpPr txBox="1"/>
          <p:nvPr/>
        </p:nvSpPr>
        <p:spPr>
          <a:xfrm>
            <a:off x="576469" y="1831249"/>
            <a:ext cx="6097656" cy="2868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Top 10 Countries by Restaurant Count </a:t>
            </a:r>
          </a:p>
          <a:p>
            <a:pPr>
              <a:buNone/>
            </a:pPr>
            <a:endParaRPr lang="en-US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India dominates the dataset with 8,652 restaurants, far ahead of other countries.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United States ranks second with 434 restaurants.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Other countries contribute relatively small numbers, showing limited global distribution.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ADC04A-AD25-0F4E-528A-B3A615133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87" y="1905505"/>
            <a:ext cx="5115639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44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5D5A-516D-1C71-46BD-07FBDDE2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E089E6-EB0E-6D5D-7EE9-B68FB8472F61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06842D-1E3D-D36B-09ED-FA39F193810F}"/>
              </a:ext>
            </a:extLst>
          </p:cNvPr>
          <p:cNvSpPr/>
          <p:nvPr/>
        </p:nvSpPr>
        <p:spPr>
          <a:xfrm>
            <a:off x="1711789" y="5926819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7E2CA9-962A-552F-205F-68A078D0B8D9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165AF-97DC-AB93-C3F1-464A4B3CB393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1BCA7C-8690-7A2A-8802-013BD6F89332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F66952-8884-9CEA-031B-51B28DC69528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087A01-6491-3DE9-4CCA-26314038938B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C014E4-0ED0-F20C-3740-B75D3250DD07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B8EE15-9851-0C34-D69F-C9BBD43F1F72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715B0A-5B36-6434-16A7-24C7E58E511A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8B54C-DFF3-2908-899F-7533709F6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132" y="1995287"/>
            <a:ext cx="4744112" cy="28674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0AF40A-AD99-0833-4422-F3D28C43CE93}"/>
              </a:ext>
            </a:extLst>
          </p:cNvPr>
          <p:cNvSpPr txBox="1"/>
          <p:nvPr/>
        </p:nvSpPr>
        <p:spPr>
          <a:xfrm>
            <a:off x="860789" y="1851128"/>
            <a:ext cx="6097656" cy="249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Top 10 Cuisines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North Indian cuisine is the most popular, leading the list by a wide margin.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Chinese and Fast Food are also highly preferred cuisines.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Multi-cuisine combinations show strong demand, reflecting diverse customer tastes.</a:t>
            </a:r>
          </a:p>
        </p:txBody>
      </p:sp>
    </p:spTree>
    <p:extLst>
      <p:ext uri="{BB962C8B-B14F-4D97-AF65-F5344CB8AC3E}">
        <p14:creationId xmlns:p14="http://schemas.microsoft.com/office/powerpoint/2010/main" val="3555207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86A6E-10F5-4180-F4B8-4D6A5470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BA63C9-284D-A48A-0E71-99254185F2C5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30C706-938B-7A73-E0C0-A90BF38D79F6}"/>
              </a:ext>
            </a:extLst>
          </p:cNvPr>
          <p:cNvSpPr/>
          <p:nvPr/>
        </p:nvSpPr>
        <p:spPr>
          <a:xfrm>
            <a:off x="1552520" y="5926819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F5D7F6-B53D-2A5C-2A83-7C84BC71F38D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4D81099-C7D5-351A-C19F-FC726E14056D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6BF6A8-E746-CDE3-D98C-1A5C883D8724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888D5D-1670-7083-8B4E-E7710F51E459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0AA040-4BC6-E8F3-90F4-0911701A4DED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DFE199-423E-681F-37DC-B116773A23F8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6BB4C53-1B22-E1BA-20A8-8A69B93AB970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8FD914-9BEE-F30B-52A3-9A7C37E5E203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573DCC-F6E9-C036-A272-7BEFD8EA3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914" y="1672591"/>
            <a:ext cx="4525006" cy="28578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D2590EF-B1A4-C722-8D3D-EF70972DC32C}"/>
              </a:ext>
            </a:extLst>
          </p:cNvPr>
          <p:cNvSpPr txBox="1"/>
          <p:nvPr/>
        </p:nvSpPr>
        <p:spPr>
          <a:xfrm>
            <a:off x="374253" y="1695780"/>
            <a:ext cx="6097656" cy="2868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Top 5 Cities by Restaurant Count </a:t>
            </a:r>
          </a:p>
          <a:p>
            <a:pPr>
              <a:buNone/>
            </a:pPr>
            <a:endParaRPr lang="en-US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New Delhi dominates with 5,473 restaurants, far higher than other cities.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Gurgaon and Noida follow with similar restaurant counts.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Other cities contribute significantly fewer restaurants, showing high market concentration.</a:t>
            </a:r>
          </a:p>
        </p:txBody>
      </p:sp>
    </p:spTree>
    <p:extLst>
      <p:ext uri="{BB962C8B-B14F-4D97-AF65-F5344CB8AC3E}">
        <p14:creationId xmlns:p14="http://schemas.microsoft.com/office/powerpoint/2010/main" val="4184602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4BC08-A93A-E154-A5B6-763EB837E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8BB6B6-0401-7C4A-E23D-58C43F65F276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8B9C8C-5B00-4BF3-CD21-83782ABA2B60}"/>
              </a:ext>
            </a:extLst>
          </p:cNvPr>
          <p:cNvSpPr/>
          <p:nvPr/>
        </p:nvSpPr>
        <p:spPr>
          <a:xfrm>
            <a:off x="1552520" y="5926819"/>
            <a:ext cx="8927691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9449AF-FBFE-4763-417F-6F11EAE07978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05E6BB-A0CE-2003-83E9-6EF798EBCE05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C3DBB7-107C-1CA3-49CC-E1BA61B3A6FC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849C93-6135-B69F-74C3-E28993ED8ED5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D73BFC-D1DD-8D45-0E2C-C6495D60A2ED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A754A4-85CE-319C-17B6-397671B9C33A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F554151-1D87-52F5-A76E-8BBD73AC9AD8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ACE2B2C-4895-0FB0-3CB3-7E538543B8C3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215D6F-3756-FC4B-F5C1-650B95870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132" y="1702924"/>
            <a:ext cx="4706007" cy="26768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794C8D-E4C2-B84A-7DB3-6EB9E8D9CD8F}"/>
              </a:ext>
            </a:extLst>
          </p:cNvPr>
          <p:cNvSpPr txBox="1"/>
          <p:nvPr/>
        </p:nvSpPr>
        <p:spPr>
          <a:xfrm>
            <a:off x="805069" y="1661411"/>
            <a:ext cx="6711397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Price Range &amp;  Rating Distribution </a:t>
            </a:r>
          </a:p>
          <a:p>
            <a:pPr>
              <a:buNone/>
            </a:pPr>
            <a:endParaRPr lang="en-US" sz="2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Most restaurants fall under the Low and Medium price ranges, indicating strong preference for affordability.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High and Premium price categories have significantly fewer restaurants.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Majority of restaurants have ratings between 3.1–4, showing average to good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37137982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1860-FB54-1FA7-056A-826947BE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51A102-A875-AA05-2C0F-84297E523C19}"/>
              </a:ext>
            </a:extLst>
          </p:cNvPr>
          <p:cNvSpPr/>
          <p:nvPr/>
        </p:nvSpPr>
        <p:spPr>
          <a:xfrm>
            <a:off x="1150375" y="157316"/>
            <a:ext cx="9556954" cy="81607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3600" dirty="0">
                <a:latin typeface="Aptos Black" panose="020B0004020202020204" pitchFamily="34" charset="0"/>
              </a:rPr>
              <a:t>KPIs and Their Observations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F5B92D-A2FD-E37E-15D0-409A52B5F716}"/>
              </a:ext>
            </a:extLst>
          </p:cNvPr>
          <p:cNvSpPr/>
          <p:nvPr/>
        </p:nvSpPr>
        <p:spPr>
          <a:xfrm>
            <a:off x="1594842" y="5926819"/>
            <a:ext cx="9154809" cy="747252"/>
          </a:xfrm>
          <a:prstGeom prst="roundRect">
            <a:avLst>
              <a:gd name="adj" fmla="val 4841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200" dirty="0">
              <a:latin typeface="Aptos Black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9493FC-2B96-8392-622D-4B01CAA57128}"/>
              </a:ext>
            </a:extLst>
          </p:cNvPr>
          <p:cNvSpPr/>
          <p:nvPr/>
        </p:nvSpPr>
        <p:spPr>
          <a:xfrm>
            <a:off x="5114148" y="6015779"/>
            <a:ext cx="973071" cy="616779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ED8815-393A-2EC9-E27F-EE375B82C30B}"/>
              </a:ext>
            </a:extLst>
          </p:cNvPr>
          <p:cNvSpPr/>
          <p:nvPr/>
        </p:nvSpPr>
        <p:spPr>
          <a:xfrm>
            <a:off x="3994645" y="5992059"/>
            <a:ext cx="973071" cy="61677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B9B035-725C-A894-4319-927013B28F17}"/>
              </a:ext>
            </a:extLst>
          </p:cNvPr>
          <p:cNvSpPr/>
          <p:nvPr/>
        </p:nvSpPr>
        <p:spPr>
          <a:xfrm>
            <a:off x="2936546" y="5992058"/>
            <a:ext cx="973071" cy="616779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D2E31A-42B0-CE04-CF7E-B6FA16AC7E0A}"/>
              </a:ext>
            </a:extLst>
          </p:cNvPr>
          <p:cNvSpPr/>
          <p:nvPr/>
        </p:nvSpPr>
        <p:spPr>
          <a:xfrm>
            <a:off x="6172247" y="5992059"/>
            <a:ext cx="973071" cy="6167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A5F02F0-66F0-C551-408C-F4C166DEBD87}"/>
              </a:ext>
            </a:extLst>
          </p:cNvPr>
          <p:cNvSpPr/>
          <p:nvPr/>
        </p:nvSpPr>
        <p:spPr>
          <a:xfrm>
            <a:off x="7268132" y="5992059"/>
            <a:ext cx="973071" cy="6167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DF1BBB-983E-DA97-3274-D1A687124D40}"/>
              </a:ext>
            </a:extLst>
          </p:cNvPr>
          <p:cNvSpPr/>
          <p:nvPr/>
        </p:nvSpPr>
        <p:spPr>
          <a:xfrm>
            <a:off x="8387636" y="5992059"/>
            <a:ext cx="973071" cy="61677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A1BF42-06FF-CB07-1337-F6D7B0DD65B5}"/>
              </a:ext>
            </a:extLst>
          </p:cNvPr>
          <p:cNvSpPr/>
          <p:nvPr/>
        </p:nvSpPr>
        <p:spPr>
          <a:xfrm>
            <a:off x="9507140" y="6015779"/>
            <a:ext cx="973071" cy="61677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400" dirty="0">
                <a:latin typeface="Aptos Black" panose="020B00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DFADF0-EE96-9639-CB35-3143832E66E9}"/>
              </a:ext>
            </a:extLst>
          </p:cNvPr>
          <p:cNvSpPr/>
          <p:nvPr/>
        </p:nvSpPr>
        <p:spPr>
          <a:xfrm>
            <a:off x="1890259" y="5992056"/>
            <a:ext cx="973071" cy="616779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sz="4800" dirty="0">
                <a:latin typeface="Aptos Black" panose="020B0004020202020204" pitchFamily="34" charset="0"/>
              </a:rPr>
              <a:t>1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A26CABF-1C20-85C4-D23C-8324A5441B04}"/>
              </a:ext>
            </a:extLst>
          </p:cNvPr>
          <p:cNvGrpSpPr/>
          <p:nvPr/>
        </p:nvGrpSpPr>
        <p:grpSpPr>
          <a:xfrm>
            <a:off x="877870" y="2711140"/>
            <a:ext cx="4215854" cy="890771"/>
            <a:chOff x="3851836" y="1706912"/>
            <a:chExt cx="4476376" cy="81217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F0C427F-9402-0C6E-3E61-AB28F80BD2D2}"/>
                </a:ext>
              </a:extLst>
            </p:cNvPr>
            <p:cNvGrpSpPr/>
            <p:nvPr/>
          </p:nvGrpSpPr>
          <p:grpSpPr>
            <a:xfrm>
              <a:off x="3851836" y="1775015"/>
              <a:ext cx="4476376" cy="744071"/>
              <a:chOff x="3263153" y="1775015"/>
              <a:chExt cx="5065059" cy="744071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85A85B25-4CF0-69E7-3D8F-B2EF30D043F9}"/>
                  </a:ext>
                </a:extLst>
              </p:cNvPr>
              <p:cNvSpPr/>
              <p:nvPr/>
            </p:nvSpPr>
            <p:spPr>
              <a:xfrm flipH="1">
                <a:off x="3263153" y="1775015"/>
                <a:ext cx="430306" cy="744071"/>
              </a:xfrm>
              <a:custGeom>
                <a:avLst/>
                <a:gdLst>
                  <a:gd name="csX0" fmla="*/ 0 w 430306"/>
                  <a:gd name="csY0" fmla="*/ 0 h 744071"/>
                  <a:gd name="csX1" fmla="*/ 91136 w 430306"/>
                  <a:gd name="csY1" fmla="*/ 0 h 744071"/>
                  <a:gd name="csX2" fmla="*/ 430306 w 430306"/>
                  <a:gd name="csY2" fmla="*/ 339170 h 744071"/>
                  <a:gd name="csX3" fmla="*/ 430306 w 430306"/>
                  <a:gd name="csY3" fmla="*/ 404901 h 744071"/>
                  <a:gd name="csX4" fmla="*/ 91136 w 430306"/>
                  <a:gd name="csY4" fmla="*/ 744071 h 744071"/>
                  <a:gd name="csX5" fmla="*/ 0 w 430306"/>
                  <a:gd name="csY5" fmla="*/ 744071 h 744071"/>
                  <a:gd name="csX6" fmla="*/ 0 w 430306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30306" h="744071">
                    <a:moveTo>
                      <a:pt x="0" y="0"/>
                    </a:moveTo>
                    <a:lnTo>
                      <a:pt x="91136" y="0"/>
                    </a:lnTo>
                    <a:cubicBezTo>
                      <a:pt x="278454" y="0"/>
                      <a:pt x="430306" y="151852"/>
                      <a:pt x="430306" y="339170"/>
                    </a:cubicBezTo>
                    <a:lnTo>
                      <a:pt x="430306" y="404901"/>
                    </a:lnTo>
                    <a:cubicBezTo>
                      <a:pt x="430306" y="592219"/>
                      <a:pt x="278454" y="744071"/>
                      <a:pt x="91136" y="744071"/>
                    </a:cubicBezTo>
                    <a:lnTo>
                      <a:pt x="0" y="7440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C7761431-BD5D-31CF-2970-8AE200C822DE}"/>
                  </a:ext>
                </a:extLst>
              </p:cNvPr>
              <p:cNvSpPr/>
              <p:nvPr/>
            </p:nvSpPr>
            <p:spPr>
              <a:xfrm flipH="1">
                <a:off x="3693459" y="1775015"/>
                <a:ext cx="4634753" cy="744071"/>
              </a:xfrm>
              <a:custGeom>
                <a:avLst/>
                <a:gdLst>
                  <a:gd name="csX0" fmla="*/ 339170 w 4634753"/>
                  <a:gd name="csY0" fmla="*/ 0 h 744071"/>
                  <a:gd name="csX1" fmla="*/ 4634753 w 4634753"/>
                  <a:gd name="csY1" fmla="*/ 0 h 744071"/>
                  <a:gd name="csX2" fmla="*/ 4634753 w 4634753"/>
                  <a:gd name="csY2" fmla="*/ 744071 h 744071"/>
                  <a:gd name="csX3" fmla="*/ 339170 w 4634753"/>
                  <a:gd name="csY3" fmla="*/ 744071 h 744071"/>
                  <a:gd name="csX4" fmla="*/ 0 w 4634753"/>
                  <a:gd name="csY4" fmla="*/ 404901 h 744071"/>
                  <a:gd name="csX5" fmla="*/ 0 w 4634753"/>
                  <a:gd name="csY5" fmla="*/ 339170 h 744071"/>
                  <a:gd name="csX6" fmla="*/ 339170 w 4634753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34753" h="744071">
                    <a:moveTo>
                      <a:pt x="339170" y="0"/>
                    </a:moveTo>
                    <a:lnTo>
                      <a:pt x="4634753" y="0"/>
                    </a:lnTo>
                    <a:lnTo>
                      <a:pt x="4634753" y="744071"/>
                    </a:lnTo>
                    <a:lnTo>
                      <a:pt x="339170" y="744071"/>
                    </a:lnTo>
                    <a:cubicBezTo>
                      <a:pt x="151852" y="744071"/>
                      <a:pt x="0" y="592219"/>
                      <a:pt x="0" y="404901"/>
                    </a:cubicBezTo>
                    <a:lnTo>
                      <a:pt x="0" y="339170"/>
                    </a:lnTo>
                    <a:cubicBezTo>
                      <a:pt x="0" y="151852"/>
                      <a:pt x="151852" y="0"/>
                      <a:pt x="33917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9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563B800-8884-5508-30C9-31F25F92907E}"/>
                </a:ext>
              </a:extLst>
            </p:cNvPr>
            <p:cNvSpPr txBox="1"/>
            <p:nvPr/>
          </p:nvSpPr>
          <p:spPr>
            <a:xfrm>
              <a:off x="4306820" y="1799449"/>
              <a:ext cx="365750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2.9 </a:t>
              </a:r>
            </a:p>
            <a:p>
              <a:pPr algn="ctr"/>
              <a:r>
                <a:rPr lang="en-IN" dirty="0"/>
                <a:t>Average Rating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5AAB83B-5992-2CC6-ADAA-DA343ED64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1895" y="1706912"/>
              <a:ext cx="812174" cy="81217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47C65AB-267B-DD4A-366F-9F48568C8819}"/>
              </a:ext>
            </a:extLst>
          </p:cNvPr>
          <p:cNvGrpSpPr/>
          <p:nvPr/>
        </p:nvGrpSpPr>
        <p:grpSpPr>
          <a:xfrm>
            <a:off x="6096000" y="4037085"/>
            <a:ext cx="4215855" cy="816078"/>
            <a:chOff x="3851835" y="5414667"/>
            <a:chExt cx="4476377" cy="74407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AFEC9C7-3DA9-0094-DB3A-111DFFDC5AEF}"/>
                </a:ext>
              </a:extLst>
            </p:cNvPr>
            <p:cNvGrpSpPr/>
            <p:nvPr/>
          </p:nvGrpSpPr>
          <p:grpSpPr>
            <a:xfrm>
              <a:off x="3851835" y="5414667"/>
              <a:ext cx="4476377" cy="744071"/>
              <a:chOff x="3263153" y="5414667"/>
              <a:chExt cx="5065059" cy="744071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46A27BC-FE4F-7CAC-080F-4C994AD483DD}"/>
                  </a:ext>
                </a:extLst>
              </p:cNvPr>
              <p:cNvSpPr/>
              <p:nvPr/>
            </p:nvSpPr>
            <p:spPr>
              <a:xfrm flipH="1">
                <a:off x="3263153" y="5414667"/>
                <a:ext cx="430306" cy="744071"/>
              </a:xfrm>
              <a:custGeom>
                <a:avLst/>
                <a:gdLst>
                  <a:gd name="csX0" fmla="*/ 0 w 430306"/>
                  <a:gd name="csY0" fmla="*/ 0 h 744071"/>
                  <a:gd name="csX1" fmla="*/ 91136 w 430306"/>
                  <a:gd name="csY1" fmla="*/ 0 h 744071"/>
                  <a:gd name="csX2" fmla="*/ 430306 w 430306"/>
                  <a:gd name="csY2" fmla="*/ 339170 h 744071"/>
                  <a:gd name="csX3" fmla="*/ 430306 w 430306"/>
                  <a:gd name="csY3" fmla="*/ 404901 h 744071"/>
                  <a:gd name="csX4" fmla="*/ 91136 w 430306"/>
                  <a:gd name="csY4" fmla="*/ 744071 h 744071"/>
                  <a:gd name="csX5" fmla="*/ 0 w 430306"/>
                  <a:gd name="csY5" fmla="*/ 744071 h 744071"/>
                  <a:gd name="csX6" fmla="*/ 0 w 430306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30306" h="744071">
                    <a:moveTo>
                      <a:pt x="0" y="0"/>
                    </a:moveTo>
                    <a:lnTo>
                      <a:pt x="91136" y="0"/>
                    </a:lnTo>
                    <a:cubicBezTo>
                      <a:pt x="278454" y="0"/>
                      <a:pt x="430306" y="151852"/>
                      <a:pt x="430306" y="339170"/>
                    </a:cubicBezTo>
                    <a:lnTo>
                      <a:pt x="430306" y="404901"/>
                    </a:lnTo>
                    <a:cubicBezTo>
                      <a:pt x="430306" y="592219"/>
                      <a:pt x="278454" y="744071"/>
                      <a:pt x="91136" y="744071"/>
                    </a:cubicBezTo>
                    <a:lnTo>
                      <a:pt x="0" y="7440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0B924C71-4EEE-B178-61E9-4BB0FDD1094B}"/>
                  </a:ext>
                </a:extLst>
              </p:cNvPr>
              <p:cNvSpPr/>
              <p:nvPr/>
            </p:nvSpPr>
            <p:spPr>
              <a:xfrm flipH="1">
                <a:off x="3693459" y="5414667"/>
                <a:ext cx="4634753" cy="744071"/>
              </a:xfrm>
              <a:custGeom>
                <a:avLst/>
                <a:gdLst>
                  <a:gd name="csX0" fmla="*/ 339170 w 4634753"/>
                  <a:gd name="csY0" fmla="*/ 0 h 744071"/>
                  <a:gd name="csX1" fmla="*/ 4634753 w 4634753"/>
                  <a:gd name="csY1" fmla="*/ 0 h 744071"/>
                  <a:gd name="csX2" fmla="*/ 4634753 w 4634753"/>
                  <a:gd name="csY2" fmla="*/ 744071 h 744071"/>
                  <a:gd name="csX3" fmla="*/ 339170 w 4634753"/>
                  <a:gd name="csY3" fmla="*/ 744071 h 744071"/>
                  <a:gd name="csX4" fmla="*/ 0 w 4634753"/>
                  <a:gd name="csY4" fmla="*/ 404901 h 744071"/>
                  <a:gd name="csX5" fmla="*/ 0 w 4634753"/>
                  <a:gd name="csY5" fmla="*/ 339170 h 744071"/>
                  <a:gd name="csX6" fmla="*/ 339170 w 4634753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34753" h="744071">
                    <a:moveTo>
                      <a:pt x="339170" y="0"/>
                    </a:moveTo>
                    <a:lnTo>
                      <a:pt x="4634753" y="0"/>
                    </a:lnTo>
                    <a:lnTo>
                      <a:pt x="4634753" y="744071"/>
                    </a:lnTo>
                    <a:lnTo>
                      <a:pt x="339170" y="744071"/>
                    </a:lnTo>
                    <a:cubicBezTo>
                      <a:pt x="151852" y="744071"/>
                      <a:pt x="0" y="592219"/>
                      <a:pt x="0" y="404901"/>
                    </a:cubicBezTo>
                    <a:lnTo>
                      <a:pt x="0" y="339170"/>
                    </a:lnTo>
                    <a:cubicBezTo>
                      <a:pt x="0" y="151852"/>
                      <a:pt x="151852" y="0"/>
                      <a:pt x="33917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9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9DBC98D-DDB4-DB5A-5305-CFCFB5D4B5AC}"/>
                </a:ext>
              </a:extLst>
            </p:cNvPr>
            <p:cNvSpPr txBox="1"/>
            <p:nvPr/>
          </p:nvSpPr>
          <p:spPr>
            <a:xfrm>
              <a:off x="4946864" y="5414667"/>
              <a:ext cx="23774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1012</a:t>
              </a:r>
            </a:p>
            <a:p>
              <a:pPr algn="ctr"/>
              <a:r>
                <a:rPr lang="en-IN" dirty="0"/>
                <a:t>Total Votes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86198A89-92B1-66D0-35AB-608975EFC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1588" y="5477353"/>
              <a:ext cx="583645" cy="583645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50AF92B-9915-1958-C13F-FE5A0A1F7DF8}"/>
              </a:ext>
            </a:extLst>
          </p:cNvPr>
          <p:cNvGrpSpPr/>
          <p:nvPr/>
        </p:nvGrpSpPr>
        <p:grpSpPr>
          <a:xfrm>
            <a:off x="820176" y="1564956"/>
            <a:ext cx="4232740" cy="842879"/>
            <a:chOff x="3851836" y="840665"/>
            <a:chExt cx="4494306" cy="76850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1280A84-12FC-4278-A8E0-4F36B9555F3C}"/>
                </a:ext>
              </a:extLst>
            </p:cNvPr>
            <p:cNvGrpSpPr/>
            <p:nvPr/>
          </p:nvGrpSpPr>
          <p:grpSpPr>
            <a:xfrm>
              <a:off x="3851836" y="865102"/>
              <a:ext cx="4494306" cy="744071"/>
              <a:chOff x="3263153" y="977154"/>
              <a:chExt cx="5065059" cy="744071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71BDEFB-3D5B-1983-06BF-7072601BCFC0}"/>
                  </a:ext>
                </a:extLst>
              </p:cNvPr>
              <p:cNvSpPr/>
              <p:nvPr/>
            </p:nvSpPr>
            <p:spPr>
              <a:xfrm>
                <a:off x="7897906" y="977154"/>
                <a:ext cx="430306" cy="744071"/>
              </a:xfrm>
              <a:custGeom>
                <a:avLst/>
                <a:gdLst>
                  <a:gd name="csX0" fmla="*/ 0 w 430306"/>
                  <a:gd name="csY0" fmla="*/ 0 h 744071"/>
                  <a:gd name="csX1" fmla="*/ 91136 w 430306"/>
                  <a:gd name="csY1" fmla="*/ 0 h 744071"/>
                  <a:gd name="csX2" fmla="*/ 430306 w 430306"/>
                  <a:gd name="csY2" fmla="*/ 339170 h 744071"/>
                  <a:gd name="csX3" fmla="*/ 430306 w 430306"/>
                  <a:gd name="csY3" fmla="*/ 404901 h 744071"/>
                  <a:gd name="csX4" fmla="*/ 91136 w 430306"/>
                  <a:gd name="csY4" fmla="*/ 744071 h 744071"/>
                  <a:gd name="csX5" fmla="*/ 0 w 430306"/>
                  <a:gd name="csY5" fmla="*/ 744071 h 744071"/>
                  <a:gd name="csX6" fmla="*/ 0 w 430306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30306" h="744071">
                    <a:moveTo>
                      <a:pt x="0" y="0"/>
                    </a:moveTo>
                    <a:lnTo>
                      <a:pt x="91136" y="0"/>
                    </a:lnTo>
                    <a:cubicBezTo>
                      <a:pt x="278454" y="0"/>
                      <a:pt x="430306" y="151852"/>
                      <a:pt x="430306" y="339170"/>
                    </a:cubicBezTo>
                    <a:lnTo>
                      <a:pt x="430306" y="404901"/>
                    </a:lnTo>
                    <a:cubicBezTo>
                      <a:pt x="430306" y="592219"/>
                      <a:pt x="278454" y="744071"/>
                      <a:pt x="91136" y="744071"/>
                    </a:cubicBezTo>
                    <a:lnTo>
                      <a:pt x="0" y="74407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C2F74BD-BFB8-3B40-2BBE-403DC097A043}"/>
                  </a:ext>
                </a:extLst>
              </p:cNvPr>
              <p:cNvSpPr/>
              <p:nvPr/>
            </p:nvSpPr>
            <p:spPr>
              <a:xfrm>
                <a:off x="3263153" y="977154"/>
                <a:ext cx="4634753" cy="744071"/>
              </a:xfrm>
              <a:custGeom>
                <a:avLst/>
                <a:gdLst>
                  <a:gd name="csX0" fmla="*/ 339170 w 4634753"/>
                  <a:gd name="csY0" fmla="*/ 0 h 744071"/>
                  <a:gd name="csX1" fmla="*/ 4634753 w 4634753"/>
                  <a:gd name="csY1" fmla="*/ 0 h 744071"/>
                  <a:gd name="csX2" fmla="*/ 4634753 w 4634753"/>
                  <a:gd name="csY2" fmla="*/ 744071 h 744071"/>
                  <a:gd name="csX3" fmla="*/ 339170 w 4634753"/>
                  <a:gd name="csY3" fmla="*/ 744071 h 744071"/>
                  <a:gd name="csX4" fmla="*/ 0 w 4634753"/>
                  <a:gd name="csY4" fmla="*/ 404901 h 744071"/>
                  <a:gd name="csX5" fmla="*/ 0 w 4634753"/>
                  <a:gd name="csY5" fmla="*/ 339170 h 744071"/>
                  <a:gd name="csX6" fmla="*/ 339170 w 4634753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34753" h="744071">
                    <a:moveTo>
                      <a:pt x="339170" y="0"/>
                    </a:moveTo>
                    <a:lnTo>
                      <a:pt x="4634753" y="0"/>
                    </a:lnTo>
                    <a:lnTo>
                      <a:pt x="4634753" y="744071"/>
                    </a:lnTo>
                    <a:lnTo>
                      <a:pt x="339170" y="744071"/>
                    </a:lnTo>
                    <a:cubicBezTo>
                      <a:pt x="151852" y="744071"/>
                      <a:pt x="0" y="592219"/>
                      <a:pt x="0" y="404901"/>
                    </a:cubicBezTo>
                    <a:lnTo>
                      <a:pt x="0" y="339170"/>
                    </a:lnTo>
                    <a:cubicBezTo>
                      <a:pt x="0" y="151852"/>
                      <a:pt x="151852" y="0"/>
                      <a:pt x="33917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9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1154D3F-FD6C-0DCE-E5F1-1C7F58E1B7E0}"/>
                </a:ext>
              </a:extLst>
            </p:cNvPr>
            <p:cNvSpPr txBox="1"/>
            <p:nvPr/>
          </p:nvSpPr>
          <p:spPr>
            <a:xfrm>
              <a:off x="3926204" y="913971"/>
              <a:ext cx="422903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9,551</a:t>
              </a:r>
            </a:p>
            <a:p>
              <a:pPr algn="ctr"/>
              <a:r>
                <a:rPr lang="en-IN" dirty="0"/>
                <a:t>Total Restaurants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8193F5A2-E73D-0724-31B4-4F01FEB7A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7831" y="840665"/>
              <a:ext cx="663448" cy="663448"/>
            </a:xfrm>
            <a:prstGeom prst="rect">
              <a:avLst/>
            </a:prstGeom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916B908-8020-874F-892E-99AC8B30496F}"/>
              </a:ext>
            </a:extLst>
          </p:cNvPr>
          <p:cNvGrpSpPr/>
          <p:nvPr/>
        </p:nvGrpSpPr>
        <p:grpSpPr>
          <a:xfrm>
            <a:off x="779368" y="4054987"/>
            <a:ext cx="4314356" cy="816078"/>
            <a:chOff x="3851835" y="2636057"/>
            <a:chExt cx="4580965" cy="744071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ED47E00-0D77-DFB1-30DB-F537219008B7}"/>
                </a:ext>
              </a:extLst>
            </p:cNvPr>
            <p:cNvGrpSpPr/>
            <p:nvPr/>
          </p:nvGrpSpPr>
          <p:grpSpPr>
            <a:xfrm>
              <a:off x="3851835" y="2636057"/>
              <a:ext cx="4580965" cy="744071"/>
              <a:chOff x="3281083" y="2684928"/>
              <a:chExt cx="5065059" cy="744071"/>
            </a:xfrm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690C86B-450C-5E43-ADBA-E5DBE528AAEE}"/>
                  </a:ext>
                </a:extLst>
              </p:cNvPr>
              <p:cNvSpPr/>
              <p:nvPr/>
            </p:nvSpPr>
            <p:spPr>
              <a:xfrm>
                <a:off x="7915836" y="2684928"/>
                <a:ext cx="430306" cy="744071"/>
              </a:xfrm>
              <a:custGeom>
                <a:avLst/>
                <a:gdLst>
                  <a:gd name="csX0" fmla="*/ 0 w 430306"/>
                  <a:gd name="csY0" fmla="*/ 0 h 744071"/>
                  <a:gd name="csX1" fmla="*/ 91136 w 430306"/>
                  <a:gd name="csY1" fmla="*/ 0 h 744071"/>
                  <a:gd name="csX2" fmla="*/ 430306 w 430306"/>
                  <a:gd name="csY2" fmla="*/ 339170 h 744071"/>
                  <a:gd name="csX3" fmla="*/ 430306 w 430306"/>
                  <a:gd name="csY3" fmla="*/ 404901 h 744071"/>
                  <a:gd name="csX4" fmla="*/ 91136 w 430306"/>
                  <a:gd name="csY4" fmla="*/ 744071 h 744071"/>
                  <a:gd name="csX5" fmla="*/ 0 w 430306"/>
                  <a:gd name="csY5" fmla="*/ 744071 h 744071"/>
                  <a:gd name="csX6" fmla="*/ 0 w 430306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30306" h="744071">
                    <a:moveTo>
                      <a:pt x="0" y="0"/>
                    </a:moveTo>
                    <a:lnTo>
                      <a:pt x="91136" y="0"/>
                    </a:lnTo>
                    <a:cubicBezTo>
                      <a:pt x="278454" y="0"/>
                      <a:pt x="430306" y="151852"/>
                      <a:pt x="430306" y="339170"/>
                    </a:cubicBezTo>
                    <a:lnTo>
                      <a:pt x="430306" y="404901"/>
                    </a:lnTo>
                    <a:cubicBezTo>
                      <a:pt x="430306" y="592219"/>
                      <a:pt x="278454" y="744071"/>
                      <a:pt x="91136" y="744071"/>
                    </a:cubicBezTo>
                    <a:lnTo>
                      <a:pt x="0" y="7440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34256284-0540-4ACA-47D3-719D3A37BCED}"/>
                  </a:ext>
                </a:extLst>
              </p:cNvPr>
              <p:cNvSpPr/>
              <p:nvPr/>
            </p:nvSpPr>
            <p:spPr>
              <a:xfrm>
                <a:off x="3281083" y="2684928"/>
                <a:ext cx="4634753" cy="744071"/>
              </a:xfrm>
              <a:custGeom>
                <a:avLst/>
                <a:gdLst>
                  <a:gd name="csX0" fmla="*/ 339170 w 4634753"/>
                  <a:gd name="csY0" fmla="*/ 0 h 744071"/>
                  <a:gd name="csX1" fmla="*/ 4634753 w 4634753"/>
                  <a:gd name="csY1" fmla="*/ 0 h 744071"/>
                  <a:gd name="csX2" fmla="*/ 4634753 w 4634753"/>
                  <a:gd name="csY2" fmla="*/ 744071 h 744071"/>
                  <a:gd name="csX3" fmla="*/ 339170 w 4634753"/>
                  <a:gd name="csY3" fmla="*/ 744071 h 744071"/>
                  <a:gd name="csX4" fmla="*/ 0 w 4634753"/>
                  <a:gd name="csY4" fmla="*/ 404901 h 744071"/>
                  <a:gd name="csX5" fmla="*/ 0 w 4634753"/>
                  <a:gd name="csY5" fmla="*/ 339170 h 744071"/>
                  <a:gd name="csX6" fmla="*/ 339170 w 4634753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34753" h="744071">
                    <a:moveTo>
                      <a:pt x="339170" y="0"/>
                    </a:moveTo>
                    <a:lnTo>
                      <a:pt x="4634753" y="0"/>
                    </a:lnTo>
                    <a:lnTo>
                      <a:pt x="4634753" y="744071"/>
                    </a:lnTo>
                    <a:lnTo>
                      <a:pt x="339170" y="744071"/>
                    </a:lnTo>
                    <a:cubicBezTo>
                      <a:pt x="151852" y="744071"/>
                      <a:pt x="0" y="592219"/>
                      <a:pt x="0" y="404901"/>
                    </a:cubicBezTo>
                    <a:lnTo>
                      <a:pt x="0" y="339170"/>
                    </a:lnTo>
                    <a:cubicBezTo>
                      <a:pt x="0" y="151852"/>
                      <a:pt x="151852" y="0"/>
                      <a:pt x="33917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9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3F00460-D032-4441-E974-DB40F6D6AB46}"/>
                </a:ext>
              </a:extLst>
            </p:cNvPr>
            <p:cNvSpPr txBox="1"/>
            <p:nvPr/>
          </p:nvSpPr>
          <p:spPr>
            <a:xfrm>
              <a:off x="4232129" y="2668605"/>
              <a:ext cx="36068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15</a:t>
              </a:r>
            </a:p>
            <a:p>
              <a:pPr algn="ctr"/>
              <a:r>
                <a:rPr lang="en-IN" dirty="0"/>
                <a:t>Countries Covered</a:t>
              </a: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BB195928-B875-82E0-471B-7BB0EE260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5642" y="2660493"/>
              <a:ext cx="667140" cy="66714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247D068-FD40-5281-358D-CC278DDF2DB5}"/>
              </a:ext>
            </a:extLst>
          </p:cNvPr>
          <p:cNvGrpSpPr/>
          <p:nvPr/>
        </p:nvGrpSpPr>
        <p:grpSpPr>
          <a:xfrm>
            <a:off x="5943605" y="1552248"/>
            <a:ext cx="4224299" cy="816078"/>
            <a:chOff x="3851835" y="3594841"/>
            <a:chExt cx="4485342" cy="744071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CE55862-C3A2-7CA8-19D9-36FF85C8210F}"/>
                </a:ext>
              </a:extLst>
            </p:cNvPr>
            <p:cNvGrpSpPr/>
            <p:nvPr/>
          </p:nvGrpSpPr>
          <p:grpSpPr>
            <a:xfrm>
              <a:off x="3851835" y="3594841"/>
              <a:ext cx="4485342" cy="744071"/>
              <a:chOff x="3272118" y="3594841"/>
              <a:chExt cx="5065059" cy="744071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8E29D6B-645B-706B-AB43-9D8537E889BD}"/>
                  </a:ext>
                </a:extLst>
              </p:cNvPr>
              <p:cNvSpPr/>
              <p:nvPr/>
            </p:nvSpPr>
            <p:spPr>
              <a:xfrm flipH="1">
                <a:off x="3272118" y="3594841"/>
                <a:ext cx="430306" cy="744071"/>
              </a:xfrm>
              <a:custGeom>
                <a:avLst/>
                <a:gdLst>
                  <a:gd name="csX0" fmla="*/ 0 w 430306"/>
                  <a:gd name="csY0" fmla="*/ 0 h 744071"/>
                  <a:gd name="csX1" fmla="*/ 91136 w 430306"/>
                  <a:gd name="csY1" fmla="*/ 0 h 744071"/>
                  <a:gd name="csX2" fmla="*/ 430306 w 430306"/>
                  <a:gd name="csY2" fmla="*/ 339170 h 744071"/>
                  <a:gd name="csX3" fmla="*/ 430306 w 430306"/>
                  <a:gd name="csY3" fmla="*/ 404901 h 744071"/>
                  <a:gd name="csX4" fmla="*/ 91136 w 430306"/>
                  <a:gd name="csY4" fmla="*/ 744071 h 744071"/>
                  <a:gd name="csX5" fmla="*/ 0 w 430306"/>
                  <a:gd name="csY5" fmla="*/ 744071 h 744071"/>
                  <a:gd name="csX6" fmla="*/ 0 w 430306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30306" h="744071">
                    <a:moveTo>
                      <a:pt x="0" y="0"/>
                    </a:moveTo>
                    <a:lnTo>
                      <a:pt x="91136" y="0"/>
                    </a:lnTo>
                    <a:cubicBezTo>
                      <a:pt x="278454" y="0"/>
                      <a:pt x="430306" y="151852"/>
                      <a:pt x="430306" y="339170"/>
                    </a:cubicBezTo>
                    <a:lnTo>
                      <a:pt x="430306" y="404901"/>
                    </a:lnTo>
                    <a:cubicBezTo>
                      <a:pt x="430306" y="592219"/>
                      <a:pt x="278454" y="744071"/>
                      <a:pt x="91136" y="744071"/>
                    </a:cubicBezTo>
                    <a:lnTo>
                      <a:pt x="0" y="7440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5A485617-E4C5-7D44-22D0-85362448478D}"/>
                  </a:ext>
                </a:extLst>
              </p:cNvPr>
              <p:cNvSpPr/>
              <p:nvPr/>
            </p:nvSpPr>
            <p:spPr>
              <a:xfrm flipH="1">
                <a:off x="3702424" y="3594841"/>
                <a:ext cx="4634753" cy="744071"/>
              </a:xfrm>
              <a:custGeom>
                <a:avLst/>
                <a:gdLst>
                  <a:gd name="csX0" fmla="*/ 339170 w 4634753"/>
                  <a:gd name="csY0" fmla="*/ 0 h 744071"/>
                  <a:gd name="csX1" fmla="*/ 4634753 w 4634753"/>
                  <a:gd name="csY1" fmla="*/ 0 h 744071"/>
                  <a:gd name="csX2" fmla="*/ 4634753 w 4634753"/>
                  <a:gd name="csY2" fmla="*/ 744071 h 744071"/>
                  <a:gd name="csX3" fmla="*/ 339170 w 4634753"/>
                  <a:gd name="csY3" fmla="*/ 744071 h 744071"/>
                  <a:gd name="csX4" fmla="*/ 0 w 4634753"/>
                  <a:gd name="csY4" fmla="*/ 404901 h 744071"/>
                  <a:gd name="csX5" fmla="*/ 0 w 4634753"/>
                  <a:gd name="csY5" fmla="*/ 339170 h 744071"/>
                  <a:gd name="csX6" fmla="*/ 339170 w 4634753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34753" h="744071">
                    <a:moveTo>
                      <a:pt x="339170" y="0"/>
                    </a:moveTo>
                    <a:lnTo>
                      <a:pt x="4634753" y="0"/>
                    </a:lnTo>
                    <a:lnTo>
                      <a:pt x="4634753" y="744071"/>
                    </a:lnTo>
                    <a:lnTo>
                      <a:pt x="339170" y="744071"/>
                    </a:lnTo>
                    <a:cubicBezTo>
                      <a:pt x="151852" y="744071"/>
                      <a:pt x="0" y="592219"/>
                      <a:pt x="0" y="404901"/>
                    </a:cubicBezTo>
                    <a:lnTo>
                      <a:pt x="0" y="339170"/>
                    </a:lnTo>
                    <a:cubicBezTo>
                      <a:pt x="0" y="151852"/>
                      <a:pt x="151852" y="0"/>
                      <a:pt x="33917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9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CA3C7BE-4DC5-DE47-72D5-B918F27ED751}"/>
                </a:ext>
              </a:extLst>
            </p:cNvPr>
            <p:cNvSpPr txBox="1"/>
            <p:nvPr/>
          </p:nvSpPr>
          <p:spPr>
            <a:xfrm>
              <a:off x="4699555" y="3643710"/>
              <a:ext cx="287203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141</a:t>
              </a:r>
            </a:p>
            <a:p>
              <a:pPr algn="ctr"/>
              <a:r>
                <a:rPr lang="en-IN" dirty="0"/>
                <a:t>Cities Covered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245EDF96-7BF5-22C2-84F9-C2C37B776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1734" y="3643709"/>
              <a:ext cx="646331" cy="646331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1642179-3155-B87B-4DD6-E364FDF90D1B}"/>
              </a:ext>
            </a:extLst>
          </p:cNvPr>
          <p:cNvGrpSpPr/>
          <p:nvPr/>
        </p:nvGrpSpPr>
        <p:grpSpPr>
          <a:xfrm>
            <a:off x="6104467" y="2732231"/>
            <a:ext cx="4215855" cy="869680"/>
            <a:chOff x="3851835" y="4455883"/>
            <a:chExt cx="4476377" cy="792942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0472A485-42CB-4034-B606-51D6EF739C82}"/>
                </a:ext>
              </a:extLst>
            </p:cNvPr>
            <p:cNvGrpSpPr/>
            <p:nvPr/>
          </p:nvGrpSpPr>
          <p:grpSpPr>
            <a:xfrm>
              <a:off x="3851835" y="4504754"/>
              <a:ext cx="4476377" cy="744071"/>
              <a:chOff x="3263153" y="4504754"/>
              <a:chExt cx="5065059" cy="744071"/>
            </a:xfrm>
            <a:effectLst/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24A25E1C-B770-3D47-13F7-CD6F03277B8D}"/>
                  </a:ext>
                </a:extLst>
              </p:cNvPr>
              <p:cNvSpPr/>
              <p:nvPr/>
            </p:nvSpPr>
            <p:spPr>
              <a:xfrm>
                <a:off x="7897906" y="4504754"/>
                <a:ext cx="430306" cy="744071"/>
              </a:xfrm>
              <a:custGeom>
                <a:avLst/>
                <a:gdLst>
                  <a:gd name="csX0" fmla="*/ 0 w 430306"/>
                  <a:gd name="csY0" fmla="*/ 0 h 744071"/>
                  <a:gd name="csX1" fmla="*/ 91136 w 430306"/>
                  <a:gd name="csY1" fmla="*/ 0 h 744071"/>
                  <a:gd name="csX2" fmla="*/ 430306 w 430306"/>
                  <a:gd name="csY2" fmla="*/ 339170 h 744071"/>
                  <a:gd name="csX3" fmla="*/ 430306 w 430306"/>
                  <a:gd name="csY3" fmla="*/ 404901 h 744071"/>
                  <a:gd name="csX4" fmla="*/ 91136 w 430306"/>
                  <a:gd name="csY4" fmla="*/ 744071 h 744071"/>
                  <a:gd name="csX5" fmla="*/ 0 w 430306"/>
                  <a:gd name="csY5" fmla="*/ 744071 h 744071"/>
                  <a:gd name="csX6" fmla="*/ 0 w 430306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30306" h="744071">
                    <a:moveTo>
                      <a:pt x="0" y="0"/>
                    </a:moveTo>
                    <a:lnTo>
                      <a:pt x="91136" y="0"/>
                    </a:lnTo>
                    <a:cubicBezTo>
                      <a:pt x="278454" y="0"/>
                      <a:pt x="430306" y="151852"/>
                      <a:pt x="430306" y="339170"/>
                    </a:cubicBezTo>
                    <a:lnTo>
                      <a:pt x="430306" y="404901"/>
                    </a:lnTo>
                    <a:cubicBezTo>
                      <a:pt x="430306" y="592219"/>
                      <a:pt x="278454" y="744071"/>
                      <a:pt x="91136" y="744071"/>
                    </a:cubicBezTo>
                    <a:lnTo>
                      <a:pt x="0" y="7440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32F04E12-ADC7-9E6C-2AF0-5E7621D65C93}"/>
                  </a:ext>
                </a:extLst>
              </p:cNvPr>
              <p:cNvSpPr/>
              <p:nvPr/>
            </p:nvSpPr>
            <p:spPr>
              <a:xfrm>
                <a:off x="3263153" y="4504754"/>
                <a:ext cx="4634753" cy="744071"/>
              </a:xfrm>
              <a:custGeom>
                <a:avLst/>
                <a:gdLst>
                  <a:gd name="csX0" fmla="*/ 339170 w 4634753"/>
                  <a:gd name="csY0" fmla="*/ 0 h 744071"/>
                  <a:gd name="csX1" fmla="*/ 4634753 w 4634753"/>
                  <a:gd name="csY1" fmla="*/ 0 h 744071"/>
                  <a:gd name="csX2" fmla="*/ 4634753 w 4634753"/>
                  <a:gd name="csY2" fmla="*/ 744071 h 744071"/>
                  <a:gd name="csX3" fmla="*/ 339170 w 4634753"/>
                  <a:gd name="csY3" fmla="*/ 744071 h 744071"/>
                  <a:gd name="csX4" fmla="*/ 0 w 4634753"/>
                  <a:gd name="csY4" fmla="*/ 404901 h 744071"/>
                  <a:gd name="csX5" fmla="*/ 0 w 4634753"/>
                  <a:gd name="csY5" fmla="*/ 339170 h 744071"/>
                  <a:gd name="csX6" fmla="*/ 339170 w 4634753"/>
                  <a:gd name="csY6" fmla="*/ 0 h 744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634753" h="744071">
                    <a:moveTo>
                      <a:pt x="339170" y="0"/>
                    </a:moveTo>
                    <a:lnTo>
                      <a:pt x="4634753" y="0"/>
                    </a:lnTo>
                    <a:lnTo>
                      <a:pt x="4634753" y="744071"/>
                    </a:lnTo>
                    <a:lnTo>
                      <a:pt x="339170" y="744071"/>
                    </a:lnTo>
                    <a:cubicBezTo>
                      <a:pt x="151852" y="744071"/>
                      <a:pt x="0" y="592219"/>
                      <a:pt x="0" y="404901"/>
                    </a:cubicBezTo>
                    <a:lnTo>
                      <a:pt x="0" y="339170"/>
                    </a:lnTo>
                    <a:cubicBezTo>
                      <a:pt x="0" y="151852"/>
                      <a:pt x="151852" y="0"/>
                      <a:pt x="33917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  <a:alpha val="9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4F8D72B-328F-B044-5BC7-1294D9A3ABAE}"/>
                </a:ext>
              </a:extLst>
            </p:cNvPr>
            <p:cNvSpPr txBox="1"/>
            <p:nvPr/>
          </p:nvSpPr>
          <p:spPr>
            <a:xfrm>
              <a:off x="4952238" y="4553624"/>
              <a:ext cx="23774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9542</a:t>
              </a:r>
            </a:p>
            <a:p>
              <a:pPr algn="ctr"/>
              <a:r>
                <a:rPr lang="en-IN" dirty="0"/>
                <a:t>Total Cuisines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2E856EF5-3717-C651-3240-8B8DEBCEE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070" y="4455883"/>
              <a:ext cx="744071" cy="7440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6084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B382E221-E94D-1CAA-FA55-1C4838A1A1F5}"/>
              </a:ext>
            </a:extLst>
          </p:cNvPr>
          <p:cNvGrpSpPr/>
          <p:nvPr/>
        </p:nvGrpSpPr>
        <p:grpSpPr>
          <a:xfrm>
            <a:off x="-2407639" y="3181067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00018C-AAD4-2060-A31B-94ECD1BF8AA0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9A61D36E-0CA2-8238-D58B-705413AFF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11459FC-78DD-E887-AB03-98442B7F8777}"/>
              </a:ext>
            </a:extLst>
          </p:cNvPr>
          <p:cNvGrpSpPr/>
          <p:nvPr/>
        </p:nvGrpSpPr>
        <p:grpSpPr>
          <a:xfrm>
            <a:off x="-2407639" y="4493151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D5AA1D-7335-CC3A-721F-D1E1C499DD2A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A980A682-C7E3-288A-EF75-7F3C3B1AE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5D49A2D-5519-E642-1586-49AAEB25B10A}"/>
              </a:ext>
            </a:extLst>
          </p:cNvPr>
          <p:cNvGrpSpPr/>
          <p:nvPr/>
        </p:nvGrpSpPr>
        <p:grpSpPr>
          <a:xfrm>
            <a:off x="-2437456" y="1868983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7C2A58-7170-77CA-C0C2-7AC090415897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9EB60DFD-84AC-3F12-71AB-6517FE686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2D166C-B858-0180-4121-8A6D7E514D42}"/>
              </a:ext>
            </a:extLst>
          </p:cNvPr>
          <p:cNvGrpSpPr/>
          <p:nvPr/>
        </p:nvGrpSpPr>
        <p:grpSpPr>
          <a:xfrm>
            <a:off x="-2469773" y="556899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82DF7A5-6449-F86F-73DD-E2C3E2CB3607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40BAE4AC-6565-CF97-C07A-1526E896B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4968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98084-FD9C-3859-ADF7-5E8B9C6F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61582AF6-1861-56F2-7EB1-BD34DF5A8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B6EDCFC-2C64-27A7-8FB3-18B4D277198A}"/>
              </a:ext>
            </a:extLst>
          </p:cNvPr>
          <p:cNvGrpSpPr/>
          <p:nvPr/>
        </p:nvGrpSpPr>
        <p:grpSpPr>
          <a:xfrm>
            <a:off x="-2435078" y="3659472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02CD59-44F4-B1EF-194E-E976D7B9EE9D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8A2F7F74-88D6-1654-1A81-EE02B8574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10B7925-DCB6-EB2F-69CE-EA1C3B236C34}"/>
              </a:ext>
            </a:extLst>
          </p:cNvPr>
          <p:cNvGrpSpPr/>
          <p:nvPr/>
        </p:nvGrpSpPr>
        <p:grpSpPr>
          <a:xfrm>
            <a:off x="-2565458" y="5125592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3118091-2678-774E-9103-58BF0DF82731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E42B9B7B-35FF-2CD4-FA15-DA0C80600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4BAA428-60C1-83F6-7733-11939095D716}"/>
              </a:ext>
            </a:extLst>
          </p:cNvPr>
          <p:cNvGrpSpPr/>
          <p:nvPr/>
        </p:nvGrpSpPr>
        <p:grpSpPr>
          <a:xfrm>
            <a:off x="-2435078" y="2040987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09AFA79-D8EB-C90F-34F4-3C3B6711FBCF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95B4639E-548D-91F5-6E03-09DD326F2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0A3B4CB-F087-052F-AB63-D9C2AA79D465}"/>
              </a:ext>
            </a:extLst>
          </p:cNvPr>
          <p:cNvGrpSpPr/>
          <p:nvPr/>
        </p:nvGrpSpPr>
        <p:grpSpPr>
          <a:xfrm>
            <a:off x="-1470871" y="766054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8EE42A-5852-A06F-8025-55CE035F9A14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455C32E7-6A10-3676-FA5E-057103D62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93FC0B0-CCE5-43B9-EE9E-E13176C085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2445" y="1047511"/>
            <a:ext cx="9736428" cy="468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03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688D-8A96-3663-BABE-5F6A75C87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6648CA1C-96AA-33A6-DD1A-8C5F471FE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F9179B6F-4848-A5E2-1DF1-5B29F12D9D3F}"/>
              </a:ext>
            </a:extLst>
          </p:cNvPr>
          <p:cNvGrpSpPr/>
          <p:nvPr/>
        </p:nvGrpSpPr>
        <p:grpSpPr>
          <a:xfrm>
            <a:off x="-2429402" y="3228597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B77015-A807-577B-F6E8-6A29A2DA7477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598554B9-6935-47E0-1A78-187731109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B3A663-79E2-39CD-157D-7CE27F4DB667}"/>
              </a:ext>
            </a:extLst>
          </p:cNvPr>
          <p:cNvGrpSpPr/>
          <p:nvPr/>
        </p:nvGrpSpPr>
        <p:grpSpPr>
          <a:xfrm>
            <a:off x="-2434648" y="4603926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1E1F91-9C33-6827-655D-647E679E2CE6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B943AFAB-FAE2-33F1-CAE1-4D0A6B8F4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2B172C-83C8-D09B-6084-435AC334C2E6}"/>
              </a:ext>
            </a:extLst>
          </p:cNvPr>
          <p:cNvGrpSpPr/>
          <p:nvPr/>
        </p:nvGrpSpPr>
        <p:grpSpPr>
          <a:xfrm>
            <a:off x="-1067661" y="1853268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D08F78-3099-8398-BF62-C8E310DA03CD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725EE92E-8384-2F93-8FAA-9C855FA49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F43DF23-975C-42B8-BE1C-0CA975E2A9D0}"/>
              </a:ext>
            </a:extLst>
          </p:cNvPr>
          <p:cNvGrpSpPr/>
          <p:nvPr/>
        </p:nvGrpSpPr>
        <p:grpSpPr>
          <a:xfrm>
            <a:off x="-2357981" y="588840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652D4E1-EA1D-1ADC-493B-1BA05093C91D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1C1C9AD9-264C-B040-9F11-2066BDFB2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67C2063-5BAC-1EEA-B959-ADC98C8E79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929" y="323982"/>
            <a:ext cx="5918925" cy="19179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4C9577-A923-F9F6-861F-2E75F4EAC9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8720" y="4738699"/>
            <a:ext cx="5918925" cy="17401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61436C-B956-B24C-50AC-E32245C6D6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3421" y="2235470"/>
            <a:ext cx="5064506" cy="195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31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26CB4-6E3C-7938-7FC9-AC4C2D70B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F936874C-FFC2-55A7-A244-60F410C7C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A45C35A7-8293-B69E-8B99-40CA7D5ECFBB}"/>
              </a:ext>
            </a:extLst>
          </p:cNvPr>
          <p:cNvGrpSpPr/>
          <p:nvPr/>
        </p:nvGrpSpPr>
        <p:grpSpPr>
          <a:xfrm>
            <a:off x="-2555519" y="3905142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43ADE6-2BC8-8056-E507-754B2EBF45B8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E9755E80-2509-FACF-B706-6F1C7A289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D0C08C8-0953-A539-48BA-60455881B601}"/>
              </a:ext>
            </a:extLst>
          </p:cNvPr>
          <p:cNvGrpSpPr/>
          <p:nvPr/>
        </p:nvGrpSpPr>
        <p:grpSpPr>
          <a:xfrm>
            <a:off x="-2555519" y="5357132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E6F656-5B29-F225-2B3D-B1D3CE6CD7F6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C2B5E1C1-1F12-E575-C828-47785A29E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9BC54F7-CB55-DE19-7BA0-A8BA7A20A42E}"/>
              </a:ext>
            </a:extLst>
          </p:cNvPr>
          <p:cNvGrpSpPr/>
          <p:nvPr/>
        </p:nvGrpSpPr>
        <p:grpSpPr>
          <a:xfrm>
            <a:off x="-1063861" y="2479030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67E652-BA0E-0C75-B575-EB363B209D73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D960E2D1-EC9B-00CF-1DAF-CA8C90EEB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EDE790F-3594-866F-927F-F9D21CA928FB}"/>
              </a:ext>
            </a:extLst>
          </p:cNvPr>
          <p:cNvGrpSpPr/>
          <p:nvPr/>
        </p:nvGrpSpPr>
        <p:grpSpPr>
          <a:xfrm>
            <a:off x="-2377860" y="1017691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511C1E2-7B35-87A7-4AF7-12AD42C3C688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DF4EBA15-6298-5008-BB71-7EB3CB4F7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7E9A3D8-D6C1-DF54-EB59-4AE4482A99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7581" y="344072"/>
            <a:ext cx="8189117" cy="19973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87CB7F-33AB-E415-BE5C-0B05A66DDF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4129" y="2573212"/>
            <a:ext cx="7020905" cy="1943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50D2E9-ED53-1A8B-EDD7-42A222C947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66013" y="4871496"/>
            <a:ext cx="6868484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49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E76A5-5B58-C898-08B6-AE75DFE1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5E076F70-0540-E702-AE45-6506C1DC6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AFF93278-E5FE-A17A-E77B-6A93C1D5BF6E}"/>
              </a:ext>
            </a:extLst>
          </p:cNvPr>
          <p:cNvGrpSpPr/>
          <p:nvPr/>
        </p:nvGrpSpPr>
        <p:grpSpPr>
          <a:xfrm>
            <a:off x="-2471155" y="3077663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BC9E32-8357-7B52-6AC6-DA18D381FCB6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8CFF3E5A-8A86-AF6A-B6F0-C0EC76CBE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310F5C-06AA-2526-94D8-EDDB57EF912B}"/>
              </a:ext>
            </a:extLst>
          </p:cNvPr>
          <p:cNvGrpSpPr/>
          <p:nvPr/>
        </p:nvGrpSpPr>
        <p:grpSpPr>
          <a:xfrm>
            <a:off x="-2476401" y="4440267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92B9C6-E746-40F9-3D41-0DEC4B19D4EB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30EF33B6-0AD2-CCDE-1873-2306E06DD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C711C73-79B0-F8D2-6745-85B638592EE8}"/>
              </a:ext>
            </a:extLst>
          </p:cNvPr>
          <p:cNvGrpSpPr/>
          <p:nvPr/>
        </p:nvGrpSpPr>
        <p:grpSpPr>
          <a:xfrm>
            <a:off x="-1183290" y="1715059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3EFFB13-B630-FDD7-0965-FE77DF2270D6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0AB38459-5B29-29DD-B010-927F4FB1C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B96A2E4-190C-5651-D78A-927897922AF2}"/>
              </a:ext>
            </a:extLst>
          </p:cNvPr>
          <p:cNvGrpSpPr/>
          <p:nvPr/>
        </p:nvGrpSpPr>
        <p:grpSpPr>
          <a:xfrm>
            <a:off x="-2258589" y="642341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845E0B3-881E-039F-CFEE-792B3A586211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EA427F2B-E57E-7AA0-2F10-D83356F20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81B27A3-A846-592E-D687-A26CBDDCF7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0220" y="530008"/>
            <a:ext cx="6096362" cy="23197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1427A0-5B4D-10E3-6B85-4337EC5176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8245" y="3428999"/>
            <a:ext cx="7005247" cy="268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456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D6ADD-C5FF-44C9-2656-BCDDE6EF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4ED746C4-1F48-FB40-DD8F-DA607EE60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D797340B-558B-1B9F-3A0A-908384B07A84}"/>
              </a:ext>
            </a:extLst>
          </p:cNvPr>
          <p:cNvGrpSpPr/>
          <p:nvPr/>
        </p:nvGrpSpPr>
        <p:grpSpPr>
          <a:xfrm>
            <a:off x="-1125343" y="3574594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941068-0713-69C0-971E-5799931D9495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994AA66C-71AB-25BE-71E9-00AB99FC8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86FC44-1298-0F6D-B6E4-3D3B245BF6EB}"/>
              </a:ext>
            </a:extLst>
          </p:cNvPr>
          <p:cNvGrpSpPr/>
          <p:nvPr/>
        </p:nvGrpSpPr>
        <p:grpSpPr>
          <a:xfrm>
            <a:off x="-2524991" y="4910003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0FEBDF-6430-5EF2-FDD2-A968025C5905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05F5348C-2B4A-5DE9-C16D-04964ED17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3D28D93-8C3D-9CE9-6AF2-5A92DD4910C4}"/>
              </a:ext>
            </a:extLst>
          </p:cNvPr>
          <p:cNvGrpSpPr/>
          <p:nvPr/>
        </p:nvGrpSpPr>
        <p:grpSpPr>
          <a:xfrm>
            <a:off x="-2348342" y="2239185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7B962B-35E6-B0C8-1407-A4F4DAED79CC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21A8DFC0-5A52-1DA0-2787-2072DA8A6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FECE0F4-B709-7EF2-01B4-0C6DD059DB46}"/>
              </a:ext>
            </a:extLst>
          </p:cNvPr>
          <p:cNvGrpSpPr/>
          <p:nvPr/>
        </p:nvGrpSpPr>
        <p:grpSpPr>
          <a:xfrm>
            <a:off x="-2297873" y="818723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2F3DA79-58FC-FBEF-7C25-67F4D72B8175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BA78888D-6D5C-3552-C146-F0D86A55B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E31222C-4FCF-96A9-D585-B8124AFA9B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1449" y="1760733"/>
            <a:ext cx="9231501" cy="411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38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4915-DB53-499D-623C-CF07FF1A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DDEC2AE7-0603-7DE9-3E3F-9CBC5B2D4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9" y="625230"/>
            <a:ext cx="742931" cy="742931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BA4E086E-0B56-45D0-2624-705CAA56D717}"/>
              </a:ext>
            </a:extLst>
          </p:cNvPr>
          <p:cNvGrpSpPr/>
          <p:nvPr/>
        </p:nvGrpSpPr>
        <p:grpSpPr>
          <a:xfrm>
            <a:off x="-2320418" y="3530511"/>
            <a:ext cx="3522518" cy="966354"/>
            <a:chOff x="0" y="4413548"/>
            <a:chExt cx="3522518" cy="96635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43279D-8BC2-12E3-8BF1-EDE0725B4F87}"/>
                </a:ext>
              </a:extLst>
            </p:cNvPr>
            <p:cNvSpPr/>
            <p:nvPr/>
          </p:nvSpPr>
          <p:spPr>
            <a:xfrm>
              <a:off x="0" y="4413548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Tableau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18" name="Picture 17" descr="A group of black crosses&#10;&#10;AI-generated content may be incorrect.">
              <a:extLst>
                <a:ext uri="{FF2B5EF4-FFF2-40B4-BE49-F238E27FC236}">
                  <a16:creationId xmlns:a16="http://schemas.microsoft.com/office/drawing/2014/main" id="{76D82B93-2CCB-6794-F7D6-C2C6FE323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504" y="4471686"/>
              <a:ext cx="872768" cy="872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CB06F5-7528-A434-03BA-77DF25041D9A}"/>
              </a:ext>
            </a:extLst>
          </p:cNvPr>
          <p:cNvGrpSpPr/>
          <p:nvPr/>
        </p:nvGrpSpPr>
        <p:grpSpPr>
          <a:xfrm>
            <a:off x="-1220932" y="5015450"/>
            <a:ext cx="3522518" cy="966354"/>
            <a:chOff x="0" y="5398097"/>
            <a:chExt cx="3522518" cy="9663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C014B8-6316-E61F-458D-4D0DEC1B9A15}"/>
                </a:ext>
              </a:extLst>
            </p:cNvPr>
            <p:cNvSpPr/>
            <p:nvPr/>
          </p:nvSpPr>
          <p:spPr>
            <a:xfrm>
              <a:off x="0" y="5398097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latin typeface="Amasis MT Pro" panose="02040504050005020304" pitchFamily="18" charset="0"/>
                </a:rPr>
                <a:t>PowerBI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0" name="Picture 19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E068FD31-7996-26CC-2338-8B72579D1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2597" y="5492625"/>
              <a:ext cx="704838" cy="777298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F0674C-843E-2C62-A8B5-189A04DE29F0}"/>
              </a:ext>
            </a:extLst>
          </p:cNvPr>
          <p:cNvGrpSpPr/>
          <p:nvPr/>
        </p:nvGrpSpPr>
        <p:grpSpPr>
          <a:xfrm>
            <a:off x="-2320418" y="2156054"/>
            <a:ext cx="3544590" cy="966354"/>
            <a:chOff x="0" y="3428999"/>
            <a:chExt cx="3544590" cy="9663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E9CEDF-C3E8-F047-AFF1-AD26910ADE38}"/>
                </a:ext>
              </a:extLst>
            </p:cNvPr>
            <p:cNvSpPr/>
            <p:nvPr/>
          </p:nvSpPr>
          <p:spPr>
            <a:xfrm>
              <a:off x="0" y="3428999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MySQL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29" name="Picture 28" descr="A logo of a dolphin&#10;&#10;AI-generated content may be incorrect.">
              <a:extLst>
                <a:ext uri="{FF2B5EF4-FFF2-40B4-BE49-F238E27FC236}">
                  <a16:creationId xmlns:a16="http://schemas.microsoft.com/office/drawing/2014/main" id="{86E4DC62-404B-EFA7-5BA6-D6B15E0F0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54569" y="3505332"/>
              <a:ext cx="890021" cy="89002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28FFE32-7768-9650-3519-084EDB01FC93}"/>
              </a:ext>
            </a:extLst>
          </p:cNvPr>
          <p:cNvGrpSpPr/>
          <p:nvPr/>
        </p:nvGrpSpPr>
        <p:grpSpPr>
          <a:xfrm>
            <a:off x="-2298346" y="870450"/>
            <a:ext cx="3522518" cy="966354"/>
            <a:chOff x="22072" y="2455822"/>
            <a:chExt cx="3522518" cy="966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E11D4A-A1ED-3C66-614E-DD67716FEDD7}"/>
                </a:ext>
              </a:extLst>
            </p:cNvPr>
            <p:cNvSpPr/>
            <p:nvPr/>
          </p:nvSpPr>
          <p:spPr>
            <a:xfrm>
              <a:off x="22072" y="2455822"/>
              <a:ext cx="3522518" cy="96635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Amasis MT Pro" panose="02040504050005020304" pitchFamily="18" charset="0"/>
                </a:rPr>
                <a:t>Excel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35" name="Picture 3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131A0055-AC47-A452-F63E-0356FE73E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2602455" y="2523981"/>
              <a:ext cx="870714" cy="81049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80508E7-E7C9-C9BC-BB2F-5EAAA17032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8728" y="996695"/>
            <a:ext cx="8883889" cy="501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68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626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A5D4C8-4C86-0147-ED0F-38AFAB8C739F}"/>
              </a:ext>
            </a:extLst>
          </p:cNvPr>
          <p:cNvSpPr/>
          <p:nvPr/>
        </p:nvSpPr>
        <p:spPr>
          <a:xfrm>
            <a:off x="1071716" y="245806"/>
            <a:ext cx="10117394" cy="845575"/>
          </a:xfrm>
          <a:prstGeom prst="roundRect">
            <a:avLst>
              <a:gd name="adj" fmla="val 495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396B9-FF20-6B28-3D78-76011919A375}"/>
              </a:ext>
            </a:extLst>
          </p:cNvPr>
          <p:cNvSpPr txBox="1"/>
          <p:nvPr/>
        </p:nvSpPr>
        <p:spPr>
          <a:xfrm>
            <a:off x="1278193" y="314650"/>
            <a:ext cx="9635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Challenges and How They Were Overcome</a:t>
            </a:r>
            <a:endParaRPr lang="en-IN" sz="3600" b="1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6583B-25A6-B995-2710-276424D5ADBA}"/>
              </a:ext>
            </a:extLst>
          </p:cNvPr>
          <p:cNvSpPr txBox="1"/>
          <p:nvPr/>
        </p:nvSpPr>
        <p:spPr>
          <a:xfrm>
            <a:off x="667476" y="1534297"/>
            <a:ext cx="10925874" cy="4150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Challenges Faced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The dataset contained unstructured and inconsistent date formats, making time-based analysis difficult.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Several fields had categorical values stored as text, which required standardization before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Missing cuisine information was present for multiple restaurants, impacting cuisine-level insights.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While working with large datasets, SQL query performance issues were encountered during complex aggregations.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800" b="1" dirty="0"/>
              <a:t>How the Challenges Were Overcome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Datetime conversion techniques were applied to standardize date formats and enable accurate time-based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Binary encoding was used to convert categorical Yes/No values into numeric (1/0) format for better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Data imputation methods were implemented to handle missing cuisine and other critical values.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Query optimization techniques, including the use of indexes and views, were applied to improve SQL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13143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4041C9-AB03-B9C7-5B9D-B31B3C1BF29B}"/>
              </a:ext>
            </a:extLst>
          </p:cNvPr>
          <p:cNvSpPr/>
          <p:nvPr/>
        </p:nvSpPr>
        <p:spPr>
          <a:xfrm>
            <a:off x="1071716" y="245806"/>
            <a:ext cx="10117394" cy="845575"/>
          </a:xfrm>
          <a:prstGeom prst="roundRect">
            <a:avLst>
              <a:gd name="adj" fmla="val 495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1C441-856D-5984-9ADF-C57F7C515061}"/>
              </a:ext>
            </a:extLst>
          </p:cNvPr>
          <p:cNvSpPr txBox="1"/>
          <p:nvPr/>
        </p:nvSpPr>
        <p:spPr>
          <a:xfrm>
            <a:off x="1484671" y="373626"/>
            <a:ext cx="89571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ptos Black" panose="020B000402020202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4346A-CA48-3BDE-B798-1EBE6AA4ECBD}"/>
              </a:ext>
            </a:extLst>
          </p:cNvPr>
          <p:cNvSpPr txBox="1"/>
          <p:nvPr/>
        </p:nvSpPr>
        <p:spPr>
          <a:xfrm>
            <a:off x="720437" y="1209332"/>
            <a:ext cx="11111344" cy="4664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Higher price-range restaurants tend to receive better ratings, indicating a strong link between pricing and perceived quality.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City-wise and cuisine-wise analysis supports strategic expansion decisions by identifying high-potential markets and customer preferences.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analysis highlights strong market dominance in India, with a clear preference for affordable pricing and local cuisines.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Low adoption of online delivery and table booking in certain regions presents opportunities for growth.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Seasonal trends in restaurant openings indicate time-based expansion and marketing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88015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9B70E3-962E-153D-9D5C-2D0E37A85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ptos Black" panose="020B0004020202020204" pitchFamily="34" charset="0"/>
              </a:rPr>
              <a:t>Conclusion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8A43D3-CD62-88F8-2E7D-8350012779B0}"/>
              </a:ext>
            </a:extLst>
          </p:cNvPr>
          <p:cNvSpPr/>
          <p:nvPr/>
        </p:nvSpPr>
        <p:spPr>
          <a:xfrm>
            <a:off x="938864" y="605118"/>
            <a:ext cx="10314272" cy="845575"/>
          </a:xfrm>
          <a:prstGeom prst="roundRect">
            <a:avLst>
              <a:gd name="adj" fmla="val 495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4000" b="1" dirty="0"/>
              <a:t>Future Roadmap &amp; Recommendations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1C611-847C-6005-52FD-0FA999352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Digitization Push: Aggressively onboard the 75% of restaurants currently not offering Online Delivery.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Quality Improvement: Targeted consulting for restaurants in the 2.0–3.0 rating range to push them into the "Excellent" (4+) category.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Tier-2 City Focus: New Delhi is saturated; expansion should focus on high-growth cities like Ahmedabad and Bangalore where ratings are trending upward.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665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D3A8F1-F534-1457-90BA-8D15942BEF7E}"/>
              </a:ext>
            </a:extLst>
          </p:cNvPr>
          <p:cNvSpPr txBox="1"/>
          <p:nvPr/>
        </p:nvSpPr>
        <p:spPr>
          <a:xfrm>
            <a:off x="2890684" y="2497394"/>
            <a:ext cx="64106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gradFill>
                  <a:gsLst>
                    <a:gs pos="30000">
                      <a:schemeClr val="tx2">
                        <a:lumMod val="75000"/>
                        <a:lumOff val="25000"/>
                      </a:schemeClr>
                    </a:gs>
                    <a:gs pos="72000">
                      <a:schemeClr val="accent1">
                        <a:lumMod val="5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ptos Black" panose="020F0502020204030204" pitchFamily="34" charset="0"/>
              </a:rPr>
              <a:t>THANK YOU</a:t>
            </a:r>
            <a:endParaRPr lang="en-IN" sz="8800" dirty="0">
              <a:gradFill>
                <a:gsLst>
                  <a:gs pos="30000">
                    <a:schemeClr val="tx2">
                      <a:lumMod val="75000"/>
                      <a:lumOff val="25000"/>
                    </a:schemeClr>
                  </a:gs>
                  <a:gs pos="7200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ptos Black" panose="020F0502020204030204" pitchFamily="34" charset="0"/>
            </a:endParaRPr>
          </a:p>
        </p:txBody>
      </p:sp>
      <p:sp>
        <p:nvSpPr>
          <p:cNvPr id="5" name="Right Triangle 3">
            <a:extLst>
              <a:ext uri="{FF2B5EF4-FFF2-40B4-BE49-F238E27FC236}">
                <a16:creationId xmlns:a16="http://schemas.microsoft.com/office/drawing/2014/main" id="{EE2D6EC4-8B9F-225B-39B0-1CFC593FFBBE}"/>
              </a:ext>
            </a:extLst>
          </p:cNvPr>
          <p:cNvSpPr/>
          <p:nvPr/>
        </p:nvSpPr>
        <p:spPr>
          <a:xfrm rot="10800000">
            <a:off x="0" y="-1"/>
            <a:ext cx="12192000" cy="5345606"/>
          </a:xfrm>
          <a:custGeom>
            <a:avLst/>
            <a:gdLst>
              <a:gd name="connsiteX0" fmla="*/ 0 w 12192000"/>
              <a:gd name="connsiteY0" fmla="*/ 5343832 h 5343832"/>
              <a:gd name="connsiteX1" fmla="*/ 0 w 12192000"/>
              <a:gd name="connsiteY1" fmla="*/ 0 h 5343832"/>
              <a:gd name="connsiteX2" fmla="*/ 12192000 w 12192000"/>
              <a:gd name="connsiteY2" fmla="*/ 5343832 h 5343832"/>
              <a:gd name="connsiteX3" fmla="*/ 0 w 12192000"/>
              <a:gd name="connsiteY3" fmla="*/ 5343832 h 5343832"/>
              <a:gd name="connsiteX0" fmla="*/ 0 w 12192000"/>
              <a:gd name="connsiteY0" fmla="*/ 5346101 h 5346101"/>
              <a:gd name="connsiteX1" fmla="*/ 0 w 12192000"/>
              <a:gd name="connsiteY1" fmla="*/ 2269 h 5346101"/>
              <a:gd name="connsiteX2" fmla="*/ 12192000 w 12192000"/>
              <a:gd name="connsiteY2" fmla="*/ 5346101 h 5346101"/>
              <a:gd name="connsiteX3" fmla="*/ 0 w 12192000"/>
              <a:gd name="connsiteY3" fmla="*/ 5346101 h 5346101"/>
              <a:gd name="connsiteX0" fmla="*/ 0 w 12192000"/>
              <a:gd name="connsiteY0" fmla="*/ 5345350 h 5346361"/>
              <a:gd name="connsiteX1" fmla="*/ 0 w 12192000"/>
              <a:gd name="connsiteY1" fmla="*/ 1518 h 5346361"/>
              <a:gd name="connsiteX2" fmla="*/ 12192000 w 12192000"/>
              <a:gd name="connsiteY2" fmla="*/ 5345350 h 5346361"/>
              <a:gd name="connsiteX3" fmla="*/ 0 w 12192000"/>
              <a:gd name="connsiteY3" fmla="*/ 5345350 h 5346361"/>
              <a:gd name="connsiteX0" fmla="*/ 0 w 12192000"/>
              <a:gd name="connsiteY0" fmla="*/ 5345606 h 5345606"/>
              <a:gd name="connsiteX1" fmla="*/ 0 w 12192000"/>
              <a:gd name="connsiteY1" fmla="*/ 1774 h 5345606"/>
              <a:gd name="connsiteX2" fmla="*/ 12192000 w 12192000"/>
              <a:gd name="connsiteY2" fmla="*/ 5345606 h 5345606"/>
              <a:gd name="connsiteX3" fmla="*/ 0 w 12192000"/>
              <a:gd name="connsiteY3" fmla="*/ 5345606 h 534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45606">
                <a:moveTo>
                  <a:pt x="0" y="5345606"/>
                </a:moveTo>
                <a:lnTo>
                  <a:pt x="0" y="1774"/>
                </a:lnTo>
                <a:cubicBezTo>
                  <a:pt x="5784645" y="-104743"/>
                  <a:pt x="7233264" y="4616381"/>
                  <a:pt x="12192000" y="5345606"/>
                </a:cubicBezTo>
                <a:lnTo>
                  <a:pt x="0" y="5345606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>
            <a:outerShdw blurRad="254000" dist="101600" dir="18900000" algn="bl" rotWithShape="0">
              <a:schemeClr val="tx1">
                <a:alpha val="3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B0A1C382-EBFE-FE68-3A55-EDEAE362A825}"/>
              </a:ext>
            </a:extLst>
          </p:cNvPr>
          <p:cNvSpPr/>
          <p:nvPr/>
        </p:nvSpPr>
        <p:spPr>
          <a:xfrm>
            <a:off x="0" y="1512394"/>
            <a:ext cx="12192000" cy="5345606"/>
          </a:xfrm>
          <a:custGeom>
            <a:avLst/>
            <a:gdLst>
              <a:gd name="connsiteX0" fmla="*/ 0 w 12192000"/>
              <a:gd name="connsiteY0" fmla="*/ 5343832 h 5343832"/>
              <a:gd name="connsiteX1" fmla="*/ 0 w 12192000"/>
              <a:gd name="connsiteY1" fmla="*/ 0 h 5343832"/>
              <a:gd name="connsiteX2" fmla="*/ 12192000 w 12192000"/>
              <a:gd name="connsiteY2" fmla="*/ 5343832 h 5343832"/>
              <a:gd name="connsiteX3" fmla="*/ 0 w 12192000"/>
              <a:gd name="connsiteY3" fmla="*/ 5343832 h 5343832"/>
              <a:gd name="connsiteX0" fmla="*/ 0 w 12192000"/>
              <a:gd name="connsiteY0" fmla="*/ 5346101 h 5346101"/>
              <a:gd name="connsiteX1" fmla="*/ 0 w 12192000"/>
              <a:gd name="connsiteY1" fmla="*/ 2269 h 5346101"/>
              <a:gd name="connsiteX2" fmla="*/ 12192000 w 12192000"/>
              <a:gd name="connsiteY2" fmla="*/ 5346101 h 5346101"/>
              <a:gd name="connsiteX3" fmla="*/ 0 w 12192000"/>
              <a:gd name="connsiteY3" fmla="*/ 5346101 h 5346101"/>
              <a:gd name="connsiteX0" fmla="*/ 0 w 12192000"/>
              <a:gd name="connsiteY0" fmla="*/ 5345350 h 5346361"/>
              <a:gd name="connsiteX1" fmla="*/ 0 w 12192000"/>
              <a:gd name="connsiteY1" fmla="*/ 1518 h 5346361"/>
              <a:gd name="connsiteX2" fmla="*/ 12192000 w 12192000"/>
              <a:gd name="connsiteY2" fmla="*/ 5345350 h 5346361"/>
              <a:gd name="connsiteX3" fmla="*/ 0 w 12192000"/>
              <a:gd name="connsiteY3" fmla="*/ 5345350 h 5346361"/>
              <a:gd name="connsiteX0" fmla="*/ 0 w 12192000"/>
              <a:gd name="connsiteY0" fmla="*/ 5345606 h 5345606"/>
              <a:gd name="connsiteX1" fmla="*/ 0 w 12192000"/>
              <a:gd name="connsiteY1" fmla="*/ 1774 h 5345606"/>
              <a:gd name="connsiteX2" fmla="*/ 12192000 w 12192000"/>
              <a:gd name="connsiteY2" fmla="*/ 5345606 h 5345606"/>
              <a:gd name="connsiteX3" fmla="*/ 0 w 12192000"/>
              <a:gd name="connsiteY3" fmla="*/ 5345606 h 534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345606">
                <a:moveTo>
                  <a:pt x="0" y="5345606"/>
                </a:moveTo>
                <a:lnTo>
                  <a:pt x="0" y="1774"/>
                </a:lnTo>
                <a:cubicBezTo>
                  <a:pt x="5784645" y="-104743"/>
                  <a:pt x="7233264" y="4616381"/>
                  <a:pt x="12192000" y="5345606"/>
                </a:cubicBezTo>
                <a:lnTo>
                  <a:pt x="0" y="5345606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effectLst>
            <a:outerShdw blurRad="254000" dist="101600" dir="18900000" algn="bl" rotWithShape="0">
              <a:schemeClr val="tx1">
                <a:alpha val="31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1739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926</Words>
  <Application>Microsoft Office PowerPoint</Application>
  <PresentationFormat>Widescreen</PresentationFormat>
  <Paragraphs>208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Amasis MT Pro</vt:lpstr>
      <vt:lpstr>Aptos</vt:lpstr>
      <vt:lpstr>Aptos Black</vt:lpstr>
      <vt:lpstr>Aptos Display</vt:lpstr>
      <vt:lpstr>Arial</vt:lpstr>
      <vt:lpstr>Arial Black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 REDDY D</dc:creator>
  <cp:lastModifiedBy>Sharanya D</cp:lastModifiedBy>
  <cp:revision>4</cp:revision>
  <dcterms:created xsi:type="dcterms:W3CDTF">2025-09-11T07:37:25Z</dcterms:created>
  <dcterms:modified xsi:type="dcterms:W3CDTF">2025-12-21T15:27:00Z</dcterms:modified>
</cp:coreProperties>
</file>